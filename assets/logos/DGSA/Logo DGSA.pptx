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492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4550-BD9A-4876-9045-DC967CD4E576}" type="datetimeFigureOut">
              <a:rPr lang="es-VE" smtClean="0"/>
              <a:t>10/02/2016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3445-66AE-4523-B694-38CC82CD47D8}" type="slidenum">
              <a:rPr lang="es-VE" smtClean="0"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4550-BD9A-4876-9045-DC967CD4E576}" type="datetimeFigureOut">
              <a:rPr lang="es-VE" smtClean="0"/>
              <a:t>10/02/2016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3445-66AE-4523-B694-38CC82CD47D8}" type="slidenum">
              <a:rPr lang="es-VE" smtClean="0"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4550-BD9A-4876-9045-DC967CD4E576}" type="datetimeFigureOut">
              <a:rPr lang="es-VE" smtClean="0"/>
              <a:t>10/02/2016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3445-66AE-4523-B694-38CC82CD47D8}" type="slidenum">
              <a:rPr lang="es-VE" smtClean="0"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4550-BD9A-4876-9045-DC967CD4E576}" type="datetimeFigureOut">
              <a:rPr lang="es-VE" smtClean="0"/>
              <a:t>10/02/2016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3445-66AE-4523-B694-38CC82CD47D8}" type="slidenum">
              <a:rPr lang="es-VE" smtClean="0"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4550-BD9A-4876-9045-DC967CD4E576}" type="datetimeFigureOut">
              <a:rPr lang="es-VE" smtClean="0"/>
              <a:t>10/02/2016</a:t>
            </a:fld>
            <a:endParaRPr lang="es-V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3445-66AE-4523-B694-38CC82CD47D8}" type="slidenum">
              <a:rPr lang="es-VE" smtClean="0"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4550-BD9A-4876-9045-DC967CD4E576}" type="datetimeFigureOut">
              <a:rPr lang="es-VE" smtClean="0"/>
              <a:t>10/02/2016</a:t>
            </a:fld>
            <a:endParaRPr lang="es-V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3445-66AE-4523-B694-38CC82CD47D8}" type="slidenum">
              <a:rPr lang="es-VE" smtClean="0"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4550-BD9A-4876-9045-DC967CD4E576}" type="datetimeFigureOut">
              <a:rPr lang="es-VE" smtClean="0"/>
              <a:t>10/02/2016</a:t>
            </a:fld>
            <a:endParaRPr lang="es-V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3445-66AE-4523-B694-38CC82CD47D8}" type="slidenum">
              <a:rPr lang="es-VE" smtClean="0"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4550-BD9A-4876-9045-DC967CD4E576}" type="datetimeFigureOut">
              <a:rPr lang="es-VE" smtClean="0"/>
              <a:t>10/02/2016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3445-66AE-4523-B694-38CC82CD47D8}" type="slidenum">
              <a:rPr lang="es-VE" smtClean="0"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4550-BD9A-4876-9045-DC967CD4E576}" type="datetimeFigureOut">
              <a:rPr lang="es-VE" smtClean="0"/>
              <a:t>10/02/2016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3445-66AE-4523-B694-38CC82CD47D8}" type="slidenum">
              <a:rPr lang="es-VE" smtClean="0"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4550-BD9A-4876-9045-DC967CD4E576}" type="datetimeFigureOut">
              <a:rPr lang="es-VE" smtClean="0"/>
              <a:t>10/02/2016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3445-66AE-4523-B694-38CC82CD47D8}" type="slidenum">
              <a:rPr lang="es-VE" smtClean="0"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04550-BD9A-4876-9045-DC967CD4E576}" type="datetimeFigureOut">
              <a:rPr lang="es-VE" smtClean="0"/>
              <a:t>10/02/2016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A3445-66AE-4523-B694-38CC82CD47D8}" type="slidenum">
              <a:rPr lang="es-VE" smtClean="0"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04550-BD9A-4876-9045-DC967CD4E576}" type="datetimeFigureOut">
              <a:rPr lang="es-VE" smtClean="0"/>
              <a:t>10/02/2016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A3445-66AE-4523-B694-38CC82CD47D8}" type="slidenum">
              <a:rPr lang="es-VE" smtClean="0"/>
              <a:t>‹Nº›</a:t>
            </a:fld>
            <a:endParaRPr lang="es-V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Documents and Settings\dennisq.INFO07\Escritorio\LOGOS Y BANNER FINALES\LOGOS NEGROS PNG\LOGO 3 y 4 SIN FONDO SH.png"/>
          <p:cNvPicPr>
            <a:picLocks noChangeAspect="1" noChangeArrowheads="1"/>
          </p:cNvPicPr>
          <p:nvPr/>
        </p:nvPicPr>
        <p:blipFill>
          <a:blip r:embed="rId2"/>
          <a:srcRect l="8507" t="5668" r="17769" b="37647"/>
          <a:stretch>
            <a:fillRect/>
          </a:stretch>
        </p:blipFill>
        <p:spPr bwMode="auto">
          <a:xfrm>
            <a:off x="1500166" y="214290"/>
            <a:ext cx="5572164" cy="57150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Presentación en pantalla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Diapositiva 1</vt:lpstr>
    </vt:vector>
  </TitlesOfParts>
  <Company>srad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dennisq</dc:creator>
  <cp:lastModifiedBy>dennisq</cp:lastModifiedBy>
  <cp:revision>1</cp:revision>
  <dcterms:created xsi:type="dcterms:W3CDTF">2016-02-10T13:24:54Z</dcterms:created>
  <dcterms:modified xsi:type="dcterms:W3CDTF">2016-02-10T13:25:43Z</dcterms:modified>
</cp:coreProperties>
</file>