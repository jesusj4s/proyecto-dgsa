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4" r:id="rId4"/>
    <p:sldId id="261" r:id="rId5"/>
    <p:sldId id="260" r:id="rId6"/>
    <p:sldId id="263" r:id="rId7"/>
    <p:sldId id="265" r:id="rId8"/>
    <p:sldId id="266" r:id="rId9"/>
  </p:sldIdLst>
  <p:sldSz cx="12192000" cy="6858000"/>
  <p:notesSz cx="6858000" cy="9144000"/>
  <p:defaultText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V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VE"/>
          </a:p>
        </p:txBody>
      </p:sp>
      <p:sp>
        <p:nvSpPr>
          <p:cNvPr id="4" name="Marcador de fecha 3"/>
          <p:cNvSpPr>
            <a:spLocks noGrp="1"/>
          </p:cNvSpPr>
          <p:nvPr>
            <p:ph type="dt" sz="half" idx="10"/>
          </p:nvPr>
        </p:nvSpPr>
        <p:spPr/>
        <p:txBody>
          <a:bodyPr/>
          <a:lstStyle/>
          <a:p>
            <a:fld id="{DACFF4F6-79B7-410C-9418-216009509EFD}" type="datetimeFigureOut">
              <a:rPr lang="es-VE" smtClean="0"/>
              <a:t>25/6/2023</a:t>
            </a:fld>
            <a:endParaRPr lang="es-VE"/>
          </a:p>
        </p:txBody>
      </p:sp>
      <p:sp>
        <p:nvSpPr>
          <p:cNvPr id="5" name="Marcador de pie de página 4"/>
          <p:cNvSpPr>
            <a:spLocks noGrp="1"/>
          </p:cNvSpPr>
          <p:nvPr>
            <p:ph type="ftr" sz="quarter" idx="11"/>
          </p:nvPr>
        </p:nvSpPr>
        <p:spPr/>
        <p:txBody>
          <a:bodyPr/>
          <a:lstStyle/>
          <a:p>
            <a:endParaRPr lang="es-VE"/>
          </a:p>
        </p:txBody>
      </p:sp>
      <p:sp>
        <p:nvSpPr>
          <p:cNvPr id="6" name="Marcador de número de diapositiva 5"/>
          <p:cNvSpPr>
            <a:spLocks noGrp="1"/>
          </p:cNvSpPr>
          <p:nvPr>
            <p:ph type="sldNum" sz="quarter" idx="12"/>
          </p:nvPr>
        </p:nvSpPr>
        <p:spPr/>
        <p:txBody>
          <a:bodyPr/>
          <a:lstStyle/>
          <a:p>
            <a:fld id="{0CC53EED-E21B-4083-9133-600F51AA38CA}" type="slidenum">
              <a:rPr lang="es-VE" smtClean="0"/>
              <a:t>‹Nº›</a:t>
            </a:fld>
            <a:endParaRPr lang="es-VE"/>
          </a:p>
        </p:txBody>
      </p:sp>
    </p:spTree>
    <p:extLst>
      <p:ext uri="{BB962C8B-B14F-4D97-AF65-F5344CB8AC3E}">
        <p14:creationId xmlns:p14="http://schemas.microsoft.com/office/powerpoint/2010/main" val="269721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VE"/>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Marcador de fecha 3"/>
          <p:cNvSpPr>
            <a:spLocks noGrp="1"/>
          </p:cNvSpPr>
          <p:nvPr>
            <p:ph type="dt" sz="half" idx="10"/>
          </p:nvPr>
        </p:nvSpPr>
        <p:spPr/>
        <p:txBody>
          <a:bodyPr/>
          <a:lstStyle/>
          <a:p>
            <a:fld id="{DACFF4F6-79B7-410C-9418-216009509EFD}" type="datetimeFigureOut">
              <a:rPr lang="es-VE" smtClean="0"/>
              <a:t>25/6/2023</a:t>
            </a:fld>
            <a:endParaRPr lang="es-VE"/>
          </a:p>
        </p:txBody>
      </p:sp>
      <p:sp>
        <p:nvSpPr>
          <p:cNvPr id="5" name="Marcador de pie de página 4"/>
          <p:cNvSpPr>
            <a:spLocks noGrp="1"/>
          </p:cNvSpPr>
          <p:nvPr>
            <p:ph type="ftr" sz="quarter" idx="11"/>
          </p:nvPr>
        </p:nvSpPr>
        <p:spPr/>
        <p:txBody>
          <a:bodyPr/>
          <a:lstStyle/>
          <a:p>
            <a:endParaRPr lang="es-VE"/>
          </a:p>
        </p:txBody>
      </p:sp>
      <p:sp>
        <p:nvSpPr>
          <p:cNvPr id="6" name="Marcador de número de diapositiva 5"/>
          <p:cNvSpPr>
            <a:spLocks noGrp="1"/>
          </p:cNvSpPr>
          <p:nvPr>
            <p:ph type="sldNum" sz="quarter" idx="12"/>
          </p:nvPr>
        </p:nvSpPr>
        <p:spPr/>
        <p:txBody>
          <a:bodyPr/>
          <a:lstStyle/>
          <a:p>
            <a:fld id="{0CC53EED-E21B-4083-9133-600F51AA38CA}" type="slidenum">
              <a:rPr lang="es-VE" smtClean="0"/>
              <a:t>‹Nº›</a:t>
            </a:fld>
            <a:endParaRPr lang="es-VE"/>
          </a:p>
        </p:txBody>
      </p:sp>
    </p:spTree>
    <p:extLst>
      <p:ext uri="{BB962C8B-B14F-4D97-AF65-F5344CB8AC3E}">
        <p14:creationId xmlns:p14="http://schemas.microsoft.com/office/powerpoint/2010/main" val="2055406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V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DACFF4F6-79B7-410C-9418-216009509EFD}" type="datetimeFigureOut">
              <a:rPr lang="es-VE" smtClean="0"/>
              <a:t>25/6/2023</a:t>
            </a:fld>
            <a:endParaRPr lang="es-VE"/>
          </a:p>
        </p:txBody>
      </p:sp>
      <p:sp>
        <p:nvSpPr>
          <p:cNvPr id="5" name="Marcador de pie de página 4"/>
          <p:cNvSpPr>
            <a:spLocks noGrp="1"/>
          </p:cNvSpPr>
          <p:nvPr>
            <p:ph type="ftr" sz="quarter" idx="11"/>
          </p:nvPr>
        </p:nvSpPr>
        <p:spPr/>
        <p:txBody>
          <a:bodyPr/>
          <a:lstStyle/>
          <a:p>
            <a:endParaRPr lang="es-VE"/>
          </a:p>
        </p:txBody>
      </p:sp>
      <p:sp>
        <p:nvSpPr>
          <p:cNvPr id="6" name="Marcador de número de diapositiva 5"/>
          <p:cNvSpPr>
            <a:spLocks noGrp="1"/>
          </p:cNvSpPr>
          <p:nvPr>
            <p:ph type="sldNum" sz="quarter" idx="12"/>
          </p:nvPr>
        </p:nvSpPr>
        <p:spPr/>
        <p:txBody>
          <a:bodyPr/>
          <a:lstStyle/>
          <a:p>
            <a:fld id="{0CC53EED-E21B-4083-9133-600F51AA38CA}" type="slidenum">
              <a:rPr lang="es-VE" smtClean="0"/>
              <a:t>‹Nº›</a:t>
            </a:fld>
            <a:endParaRPr lang="es-VE"/>
          </a:p>
        </p:txBody>
      </p:sp>
    </p:spTree>
    <p:extLst>
      <p:ext uri="{BB962C8B-B14F-4D97-AF65-F5344CB8AC3E}">
        <p14:creationId xmlns:p14="http://schemas.microsoft.com/office/powerpoint/2010/main" val="4720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VE"/>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5" name="Marcador de fecha 4"/>
          <p:cNvSpPr>
            <a:spLocks noGrp="1"/>
          </p:cNvSpPr>
          <p:nvPr>
            <p:ph type="dt" sz="half" idx="10"/>
          </p:nvPr>
        </p:nvSpPr>
        <p:spPr/>
        <p:txBody>
          <a:bodyPr/>
          <a:lstStyle/>
          <a:p>
            <a:fld id="{DACFF4F6-79B7-410C-9418-216009509EFD}" type="datetimeFigureOut">
              <a:rPr lang="es-VE" smtClean="0"/>
              <a:t>25/6/2023</a:t>
            </a:fld>
            <a:endParaRPr lang="es-VE"/>
          </a:p>
        </p:txBody>
      </p:sp>
      <p:sp>
        <p:nvSpPr>
          <p:cNvPr id="6" name="Marcador de pie de página 5"/>
          <p:cNvSpPr>
            <a:spLocks noGrp="1"/>
          </p:cNvSpPr>
          <p:nvPr>
            <p:ph type="ftr" sz="quarter" idx="11"/>
          </p:nvPr>
        </p:nvSpPr>
        <p:spPr/>
        <p:txBody>
          <a:bodyPr/>
          <a:lstStyle/>
          <a:p>
            <a:endParaRPr lang="es-VE"/>
          </a:p>
        </p:txBody>
      </p:sp>
      <p:sp>
        <p:nvSpPr>
          <p:cNvPr id="7" name="Marcador de número de diapositiva 6"/>
          <p:cNvSpPr>
            <a:spLocks noGrp="1"/>
          </p:cNvSpPr>
          <p:nvPr>
            <p:ph type="sldNum" sz="quarter" idx="12"/>
          </p:nvPr>
        </p:nvSpPr>
        <p:spPr/>
        <p:txBody>
          <a:bodyPr/>
          <a:lstStyle/>
          <a:p>
            <a:fld id="{0CC53EED-E21B-4083-9133-600F51AA38CA}" type="slidenum">
              <a:rPr lang="es-VE" smtClean="0"/>
              <a:t>‹Nº›</a:t>
            </a:fld>
            <a:endParaRPr lang="es-VE"/>
          </a:p>
        </p:txBody>
      </p:sp>
    </p:spTree>
    <p:extLst>
      <p:ext uri="{BB962C8B-B14F-4D97-AF65-F5344CB8AC3E}">
        <p14:creationId xmlns:p14="http://schemas.microsoft.com/office/powerpoint/2010/main" val="1203744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V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7" name="Marcador de fecha 6"/>
          <p:cNvSpPr>
            <a:spLocks noGrp="1"/>
          </p:cNvSpPr>
          <p:nvPr>
            <p:ph type="dt" sz="half" idx="10"/>
          </p:nvPr>
        </p:nvSpPr>
        <p:spPr/>
        <p:txBody>
          <a:bodyPr/>
          <a:lstStyle/>
          <a:p>
            <a:fld id="{DACFF4F6-79B7-410C-9418-216009509EFD}" type="datetimeFigureOut">
              <a:rPr lang="es-VE" smtClean="0"/>
              <a:t>25/6/2023</a:t>
            </a:fld>
            <a:endParaRPr lang="es-VE"/>
          </a:p>
        </p:txBody>
      </p:sp>
      <p:sp>
        <p:nvSpPr>
          <p:cNvPr id="8" name="Marcador de pie de página 7"/>
          <p:cNvSpPr>
            <a:spLocks noGrp="1"/>
          </p:cNvSpPr>
          <p:nvPr>
            <p:ph type="ftr" sz="quarter" idx="11"/>
          </p:nvPr>
        </p:nvSpPr>
        <p:spPr/>
        <p:txBody>
          <a:bodyPr/>
          <a:lstStyle/>
          <a:p>
            <a:endParaRPr lang="es-VE"/>
          </a:p>
        </p:txBody>
      </p:sp>
      <p:sp>
        <p:nvSpPr>
          <p:cNvPr id="9" name="Marcador de número de diapositiva 8"/>
          <p:cNvSpPr>
            <a:spLocks noGrp="1"/>
          </p:cNvSpPr>
          <p:nvPr>
            <p:ph type="sldNum" sz="quarter" idx="12"/>
          </p:nvPr>
        </p:nvSpPr>
        <p:spPr/>
        <p:txBody>
          <a:bodyPr/>
          <a:lstStyle/>
          <a:p>
            <a:fld id="{0CC53EED-E21B-4083-9133-600F51AA38CA}" type="slidenum">
              <a:rPr lang="es-VE" smtClean="0"/>
              <a:t>‹Nº›</a:t>
            </a:fld>
            <a:endParaRPr lang="es-VE"/>
          </a:p>
        </p:txBody>
      </p:sp>
    </p:spTree>
    <p:extLst>
      <p:ext uri="{BB962C8B-B14F-4D97-AF65-F5344CB8AC3E}">
        <p14:creationId xmlns:p14="http://schemas.microsoft.com/office/powerpoint/2010/main" val="838809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VE"/>
          </a:p>
        </p:txBody>
      </p:sp>
      <p:sp>
        <p:nvSpPr>
          <p:cNvPr id="3" name="Marcador de fecha 2"/>
          <p:cNvSpPr>
            <a:spLocks noGrp="1"/>
          </p:cNvSpPr>
          <p:nvPr>
            <p:ph type="dt" sz="half" idx="10"/>
          </p:nvPr>
        </p:nvSpPr>
        <p:spPr/>
        <p:txBody>
          <a:bodyPr/>
          <a:lstStyle/>
          <a:p>
            <a:fld id="{DACFF4F6-79B7-410C-9418-216009509EFD}" type="datetimeFigureOut">
              <a:rPr lang="es-VE" smtClean="0"/>
              <a:t>25/6/2023</a:t>
            </a:fld>
            <a:endParaRPr lang="es-VE"/>
          </a:p>
        </p:txBody>
      </p:sp>
      <p:sp>
        <p:nvSpPr>
          <p:cNvPr id="4" name="Marcador de pie de página 3"/>
          <p:cNvSpPr>
            <a:spLocks noGrp="1"/>
          </p:cNvSpPr>
          <p:nvPr>
            <p:ph type="ftr" sz="quarter" idx="11"/>
          </p:nvPr>
        </p:nvSpPr>
        <p:spPr/>
        <p:txBody>
          <a:bodyPr/>
          <a:lstStyle/>
          <a:p>
            <a:endParaRPr lang="es-VE"/>
          </a:p>
        </p:txBody>
      </p:sp>
      <p:sp>
        <p:nvSpPr>
          <p:cNvPr id="5" name="Marcador de número de diapositiva 4"/>
          <p:cNvSpPr>
            <a:spLocks noGrp="1"/>
          </p:cNvSpPr>
          <p:nvPr>
            <p:ph type="sldNum" sz="quarter" idx="12"/>
          </p:nvPr>
        </p:nvSpPr>
        <p:spPr/>
        <p:txBody>
          <a:bodyPr/>
          <a:lstStyle/>
          <a:p>
            <a:fld id="{0CC53EED-E21B-4083-9133-600F51AA38CA}" type="slidenum">
              <a:rPr lang="es-VE" smtClean="0"/>
              <a:t>‹Nº›</a:t>
            </a:fld>
            <a:endParaRPr lang="es-VE"/>
          </a:p>
        </p:txBody>
      </p:sp>
    </p:spTree>
    <p:extLst>
      <p:ext uri="{BB962C8B-B14F-4D97-AF65-F5344CB8AC3E}">
        <p14:creationId xmlns:p14="http://schemas.microsoft.com/office/powerpoint/2010/main" val="58792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DACFF4F6-79B7-410C-9418-216009509EFD}" type="datetimeFigureOut">
              <a:rPr lang="es-VE" smtClean="0"/>
              <a:t>25/6/2023</a:t>
            </a:fld>
            <a:endParaRPr lang="es-VE"/>
          </a:p>
        </p:txBody>
      </p:sp>
      <p:sp>
        <p:nvSpPr>
          <p:cNvPr id="3" name="Marcador de pie de página 2"/>
          <p:cNvSpPr>
            <a:spLocks noGrp="1"/>
          </p:cNvSpPr>
          <p:nvPr>
            <p:ph type="ftr" sz="quarter" idx="11"/>
          </p:nvPr>
        </p:nvSpPr>
        <p:spPr/>
        <p:txBody>
          <a:bodyPr/>
          <a:lstStyle/>
          <a:p>
            <a:endParaRPr lang="es-VE"/>
          </a:p>
        </p:txBody>
      </p:sp>
      <p:sp>
        <p:nvSpPr>
          <p:cNvPr id="4" name="Marcador de número de diapositiva 3"/>
          <p:cNvSpPr>
            <a:spLocks noGrp="1"/>
          </p:cNvSpPr>
          <p:nvPr>
            <p:ph type="sldNum" sz="quarter" idx="12"/>
          </p:nvPr>
        </p:nvSpPr>
        <p:spPr/>
        <p:txBody>
          <a:bodyPr/>
          <a:lstStyle/>
          <a:p>
            <a:fld id="{0CC53EED-E21B-4083-9133-600F51AA38CA}" type="slidenum">
              <a:rPr lang="es-VE" smtClean="0"/>
              <a:t>‹Nº›</a:t>
            </a:fld>
            <a:endParaRPr lang="es-VE"/>
          </a:p>
        </p:txBody>
      </p:sp>
    </p:spTree>
    <p:extLst>
      <p:ext uri="{BB962C8B-B14F-4D97-AF65-F5344CB8AC3E}">
        <p14:creationId xmlns:p14="http://schemas.microsoft.com/office/powerpoint/2010/main" val="2821190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V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DACFF4F6-79B7-410C-9418-216009509EFD}" type="datetimeFigureOut">
              <a:rPr lang="es-VE" smtClean="0"/>
              <a:t>25/6/2023</a:t>
            </a:fld>
            <a:endParaRPr lang="es-VE"/>
          </a:p>
        </p:txBody>
      </p:sp>
      <p:sp>
        <p:nvSpPr>
          <p:cNvPr id="6" name="Marcador de pie de página 5"/>
          <p:cNvSpPr>
            <a:spLocks noGrp="1"/>
          </p:cNvSpPr>
          <p:nvPr>
            <p:ph type="ftr" sz="quarter" idx="11"/>
          </p:nvPr>
        </p:nvSpPr>
        <p:spPr/>
        <p:txBody>
          <a:bodyPr/>
          <a:lstStyle/>
          <a:p>
            <a:endParaRPr lang="es-VE"/>
          </a:p>
        </p:txBody>
      </p:sp>
      <p:sp>
        <p:nvSpPr>
          <p:cNvPr id="7" name="Marcador de número de diapositiva 6"/>
          <p:cNvSpPr>
            <a:spLocks noGrp="1"/>
          </p:cNvSpPr>
          <p:nvPr>
            <p:ph type="sldNum" sz="quarter" idx="12"/>
          </p:nvPr>
        </p:nvSpPr>
        <p:spPr/>
        <p:txBody>
          <a:bodyPr/>
          <a:lstStyle/>
          <a:p>
            <a:fld id="{0CC53EED-E21B-4083-9133-600F51AA38CA}" type="slidenum">
              <a:rPr lang="es-VE" smtClean="0"/>
              <a:t>‹Nº›</a:t>
            </a:fld>
            <a:endParaRPr lang="es-VE"/>
          </a:p>
        </p:txBody>
      </p:sp>
    </p:spTree>
    <p:extLst>
      <p:ext uri="{BB962C8B-B14F-4D97-AF65-F5344CB8AC3E}">
        <p14:creationId xmlns:p14="http://schemas.microsoft.com/office/powerpoint/2010/main" val="1013884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V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V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DACFF4F6-79B7-410C-9418-216009509EFD}" type="datetimeFigureOut">
              <a:rPr lang="es-VE" smtClean="0"/>
              <a:t>25/6/2023</a:t>
            </a:fld>
            <a:endParaRPr lang="es-VE"/>
          </a:p>
        </p:txBody>
      </p:sp>
      <p:sp>
        <p:nvSpPr>
          <p:cNvPr id="6" name="Marcador de pie de página 5"/>
          <p:cNvSpPr>
            <a:spLocks noGrp="1"/>
          </p:cNvSpPr>
          <p:nvPr>
            <p:ph type="ftr" sz="quarter" idx="11"/>
          </p:nvPr>
        </p:nvSpPr>
        <p:spPr/>
        <p:txBody>
          <a:bodyPr/>
          <a:lstStyle/>
          <a:p>
            <a:endParaRPr lang="es-VE"/>
          </a:p>
        </p:txBody>
      </p:sp>
      <p:sp>
        <p:nvSpPr>
          <p:cNvPr id="7" name="Marcador de número de diapositiva 6"/>
          <p:cNvSpPr>
            <a:spLocks noGrp="1"/>
          </p:cNvSpPr>
          <p:nvPr>
            <p:ph type="sldNum" sz="quarter" idx="12"/>
          </p:nvPr>
        </p:nvSpPr>
        <p:spPr/>
        <p:txBody>
          <a:bodyPr/>
          <a:lstStyle/>
          <a:p>
            <a:fld id="{0CC53EED-E21B-4083-9133-600F51AA38CA}" type="slidenum">
              <a:rPr lang="es-VE" smtClean="0"/>
              <a:t>‹Nº›</a:t>
            </a:fld>
            <a:endParaRPr lang="es-VE"/>
          </a:p>
        </p:txBody>
      </p:sp>
    </p:spTree>
    <p:extLst>
      <p:ext uri="{BB962C8B-B14F-4D97-AF65-F5344CB8AC3E}">
        <p14:creationId xmlns:p14="http://schemas.microsoft.com/office/powerpoint/2010/main" val="3932264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VE"/>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Marcador de fecha 3"/>
          <p:cNvSpPr>
            <a:spLocks noGrp="1"/>
          </p:cNvSpPr>
          <p:nvPr>
            <p:ph type="dt" sz="half" idx="10"/>
          </p:nvPr>
        </p:nvSpPr>
        <p:spPr/>
        <p:txBody>
          <a:bodyPr/>
          <a:lstStyle/>
          <a:p>
            <a:fld id="{DACFF4F6-79B7-410C-9418-216009509EFD}" type="datetimeFigureOut">
              <a:rPr lang="es-VE" smtClean="0"/>
              <a:t>25/6/2023</a:t>
            </a:fld>
            <a:endParaRPr lang="es-VE"/>
          </a:p>
        </p:txBody>
      </p:sp>
      <p:sp>
        <p:nvSpPr>
          <p:cNvPr id="5" name="Marcador de pie de página 4"/>
          <p:cNvSpPr>
            <a:spLocks noGrp="1"/>
          </p:cNvSpPr>
          <p:nvPr>
            <p:ph type="ftr" sz="quarter" idx="11"/>
          </p:nvPr>
        </p:nvSpPr>
        <p:spPr/>
        <p:txBody>
          <a:bodyPr/>
          <a:lstStyle/>
          <a:p>
            <a:endParaRPr lang="es-VE"/>
          </a:p>
        </p:txBody>
      </p:sp>
      <p:sp>
        <p:nvSpPr>
          <p:cNvPr id="6" name="Marcador de número de diapositiva 5"/>
          <p:cNvSpPr>
            <a:spLocks noGrp="1"/>
          </p:cNvSpPr>
          <p:nvPr>
            <p:ph type="sldNum" sz="quarter" idx="12"/>
          </p:nvPr>
        </p:nvSpPr>
        <p:spPr/>
        <p:txBody>
          <a:bodyPr/>
          <a:lstStyle/>
          <a:p>
            <a:fld id="{0CC53EED-E21B-4083-9133-600F51AA38CA}" type="slidenum">
              <a:rPr lang="es-VE" smtClean="0"/>
              <a:t>‹Nº›</a:t>
            </a:fld>
            <a:endParaRPr lang="es-VE"/>
          </a:p>
        </p:txBody>
      </p:sp>
    </p:spTree>
    <p:extLst>
      <p:ext uri="{BB962C8B-B14F-4D97-AF65-F5344CB8AC3E}">
        <p14:creationId xmlns:p14="http://schemas.microsoft.com/office/powerpoint/2010/main" val="2714219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V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Marcador de fecha 3"/>
          <p:cNvSpPr>
            <a:spLocks noGrp="1"/>
          </p:cNvSpPr>
          <p:nvPr>
            <p:ph type="dt" sz="half" idx="10"/>
          </p:nvPr>
        </p:nvSpPr>
        <p:spPr/>
        <p:txBody>
          <a:bodyPr/>
          <a:lstStyle/>
          <a:p>
            <a:fld id="{DACFF4F6-79B7-410C-9418-216009509EFD}" type="datetimeFigureOut">
              <a:rPr lang="es-VE" smtClean="0"/>
              <a:t>25/6/2023</a:t>
            </a:fld>
            <a:endParaRPr lang="es-VE"/>
          </a:p>
        </p:txBody>
      </p:sp>
      <p:sp>
        <p:nvSpPr>
          <p:cNvPr id="5" name="Marcador de pie de página 4"/>
          <p:cNvSpPr>
            <a:spLocks noGrp="1"/>
          </p:cNvSpPr>
          <p:nvPr>
            <p:ph type="ftr" sz="quarter" idx="11"/>
          </p:nvPr>
        </p:nvSpPr>
        <p:spPr/>
        <p:txBody>
          <a:bodyPr/>
          <a:lstStyle/>
          <a:p>
            <a:endParaRPr lang="es-VE"/>
          </a:p>
        </p:txBody>
      </p:sp>
      <p:sp>
        <p:nvSpPr>
          <p:cNvPr id="6" name="Marcador de número de diapositiva 5"/>
          <p:cNvSpPr>
            <a:spLocks noGrp="1"/>
          </p:cNvSpPr>
          <p:nvPr>
            <p:ph type="sldNum" sz="quarter" idx="12"/>
          </p:nvPr>
        </p:nvSpPr>
        <p:spPr/>
        <p:txBody>
          <a:bodyPr/>
          <a:lstStyle/>
          <a:p>
            <a:fld id="{0CC53EED-E21B-4083-9133-600F51AA38CA}" type="slidenum">
              <a:rPr lang="es-VE" smtClean="0"/>
              <a:t>‹Nº›</a:t>
            </a:fld>
            <a:endParaRPr lang="es-VE"/>
          </a:p>
        </p:txBody>
      </p:sp>
    </p:spTree>
    <p:extLst>
      <p:ext uri="{BB962C8B-B14F-4D97-AF65-F5344CB8AC3E}">
        <p14:creationId xmlns:p14="http://schemas.microsoft.com/office/powerpoint/2010/main" val="1645212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V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CFF4F6-79B7-410C-9418-216009509EFD}" type="datetimeFigureOut">
              <a:rPr lang="es-VE" smtClean="0"/>
              <a:t>25/6/2023</a:t>
            </a:fld>
            <a:endParaRPr lang="es-V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V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C53EED-E21B-4083-9133-600F51AA38CA}" type="slidenum">
              <a:rPr lang="es-VE" smtClean="0"/>
              <a:t>‹Nº›</a:t>
            </a:fld>
            <a:endParaRPr lang="es-VE"/>
          </a:p>
        </p:txBody>
      </p:sp>
    </p:spTree>
    <p:extLst>
      <p:ext uri="{BB962C8B-B14F-4D97-AF65-F5344CB8AC3E}">
        <p14:creationId xmlns:p14="http://schemas.microsoft.com/office/powerpoint/2010/main" val="645147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466164" y="502023"/>
            <a:ext cx="6669741" cy="1908215"/>
          </a:xfrm>
          <a:prstGeom prst="rect">
            <a:avLst/>
          </a:prstGeom>
          <a:noFill/>
        </p:spPr>
        <p:txBody>
          <a:bodyPr wrap="square" rtlCol="0">
            <a:spAutoFit/>
          </a:bodyPr>
          <a:lstStyle/>
          <a:p>
            <a:r>
              <a:rPr lang="es-ES" sz="2000" dirty="0"/>
              <a:t>     El alcance se enfoca en la creación de una aplicación web que permita la consulta de datos guardados en una base de datos, y que de esta manera agilice el proceso de la realización de informes y estadísticas por parte de los administradores de la Dirección General de Salud Ambiental (</a:t>
            </a:r>
            <a:r>
              <a:rPr lang="es-ES" sz="2000" b="1" dirty="0"/>
              <a:t>DGSA</a:t>
            </a:r>
            <a:r>
              <a:rPr lang="es-ES" sz="2000" dirty="0"/>
              <a:t>) de Venezuela.</a:t>
            </a:r>
            <a:endParaRPr lang="es-VE" sz="2000" dirty="0"/>
          </a:p>
          <a:p>
            <a:r>
              <a:rPr lang="es-ES" dirty="0"/>
              <a:t> </a:t>
            </a:r>
            <a:endParaRPr lang="es-VE" dirty="0"/>
          </a:p>
        </p:txBody>
      </p:sp>
      <p:sp>
        <p:nvSpPr>
          <p:cNvPr id="4" name="CuadroTexto 3"/>
          <p:cNvSpPr txBox="1"/>
          <p:nvPr/>
        </p:nvSpPr>
        <p:spPr>
          <a:xfrm>
            <a:off x="6382871" y="3747247"/>
            <a:ext cx="4518211" cy="1908215"/>
          </a:xfrm>
          <a:prstGeom prst="rect">
            <a:avLst/>
          </a:prstGeom>
          <a:noFill/>
        </p:spPr>
        <p:txBody>
          <a:bodyPr wrap="square" rtlCol="0">
            <a:spAutoFit/>
          </a:bodyPr>
          <a:lstStyle/>
          <a:p>
            <a:r>
              <a:rPr lang="es-ES" sz="2000" dirty="0"/>
              <a:t>El sistema permitirá la consulta y la interacción con la información a través de la intranet del ministerio, con un sistema de roles y contraseñas que restringirán el acceso a la información a ciertos usuarios</a:t>
            </a:r>
            <a:endParaRPr lang="es-VE" sz="2000" dirty="0"/>
          </a:p>
          <a:p>
            <a:endParaRPr lang="es-VE" dirty="0"/>
          </a:p>
        </p:txBody>
      </p:sp>
      <p:sp>
        <p:nvSpPr>
          <p:cNvPr id="13" name="Google Shape;19811;p82"/>
          <p:cNvSpPr/>
          <p:nvPr/>
        </p:nvSpPr>
        <p:spPr>
          <a:xfrm>
            <a:off x="8356150" y="281105"/>
            <a:ext cx="2365638" cy="2350050"/>
          </a:xfrm>
          <a:custGeom>
            <a:avLst/>
            <a:gdLst/>
            <a:ahLst/>
            <a:cxnLst/>
            <a:rect l="l" t="t" r="r" b="b"/>
            <a:pathLst>
              <a:path w="10919" h="10884" extrusionOk="0">
                <a:moveTo>
                  <a:pt x="9561" y="561"/>
                </a:moveTo>
                <a:lnTo>
                  <a:pt x="9561" y="1203"/>
                </a:lnTo>
                <a:cubicBezTo>
                  <a:pt x="9561" y="1299"/>
                  <a:pt x="9633" y="1370"/>
                  <a:pt x="9728" y="1370"/>
                </a:cubicBezTo>
                <a:lnTo>
                  <a:pt x="10359" y="1370"/>
                </a:lnTo>
                <a:lnTo>
                  <a:pt x="8966" y="2739"/>
                </a:lnTo>
                <a:lnTo>
                  <a:pt x="8394" y="2739"/>
                </a:lnTo>
                <a:lnTo>
                  <a:pt x="9323" y="1811"/>
                </a:lnTo>
                <a:cubicBezTo>
                  <a:pt x="9383" y="1751"/>
                  <a:pt x="9383" y="1644"/>
                  <a:pt x="9323" y="1584"/>
                </a:cubicBezTo>
                <a:cubicBezTo>
                  <a:pt x="9293" y="1555"/>
                  <a:pt x="9252" y="1540"/>
                  <a:pt x="9210" y="1540"/>
                </a:cubicBezTo>
                <a:cubicBezTo>
                  <a:pt x="9168" y="1540"/>
                  <a:pt x="9127" y="1555"/>
                  <a:pt x="9097" y="1584"/>
                </a:cubicBezTo>
                <a:lnTo>
                  <a:pt x="8180" y="2513"/>
                </a:lnTo>
                <a:lnTo>
                  <a:pt x="8180" y="1954"/>
                </a:lnTo>
                <a:lnTo>
                  <a:pt x="9561" y="561"/>
                </a:lnTo>
                <a:close/>
                <a:moveTo>
                  <a:pt x="4441" y="2382"/>
                </a:moveTo>
                <a:cubicBezTo>
                  <a:pt x="5513" y="2382"/>
                  <a:pt x="6489" y="2799"/>
                  <a:pt x="7228" y="3466"/>
                </a:cubicBezTo>
                <a:lnTo>
                  <a:pt x="4334" y="6347"/>
                </a:lnTo>
                <a:cubicBezTo>
                  <a:pt x="4275" y="6406"/>
                  <a:pt x="4275" y="6514"/>
                  <a:pt x="4334" y="6573"/>
                </a:cubicBezTo>
                <a:cubicBezTo>
                  <a:pt x="4370" y="6609"/>
                  <a:pt x="4406" y="6621"/>
                  <a:pt x="4453" y="6621"/>
                </a:cubicBezTo>
                <a:cubicBezTo>
                  <a:pt x="4501" y="6621"/>
                  <a:pt x="4525" y="6609"/>
                  <a:pt x="4572" y="6573"/>
                </a:cubicBezTo>
                <a:lnTo>
                  <a:pt x="5287" y="5859"/>
                </a:lnTo>
                <a:cubicBezTo>
                  <a:pt x="5418" y="6037"/>
                  <a:pt x="5477" y="6252"/>
                  <a:pt x="5477" y="6478"/>
                </a:cubicBezTo>
                <a:cubicBezTo>
                  <a:pt x="5477" y="7038"/>
                  <a:pt x="5013" y="7502"/>
                  <a:pt x="4453" y="7502"/>
                </a:cubicBezTo>
                <a:cubicBezTo>
                  <a:pt x="3894" y="7502"/>
                  <a:pt x="3429" y="7038"/>
                  <a:pt x="3429" y="6478"/>
                </a:cubicBezTo>
                <a:cubicBezTo>
                  <a:pt x="3429" y="5906"/>
                  <a:pt x="3894" y="5442"/>
                  <a:pt x="4453" y="5442"/>
                </a:cubicBezTo>
                <a:cubicBezTo>
                  <a:pt x="4513" y="5442"/>
                  <a:pt x="4584" y="5442"/>
                  <a:pt x="4644" y="5466"/>
                </a:cubicBezTo>
                <a:cubicBezTo>
                  <a:pt x="4652" y="5467"/>
                  <a:pt x="4660" y="5467"/>
                  <a:pt x="4668" y="5467"/>
                </a:cubicBezTo>
                <a:cubicBezTo>
                  <a:pt x="4751" y="5467"/>
                  <a:pt x="4813" y="5410"/>
                  <a:pt x="4834" y="5323"/>
                </a:cubicBezTo>
                <a:cubicBezTo>
                  <a:pt x="4858" y="5240"/>
                  <a:pt x="4799" y="5168"/>
                  <a:pt x="4703" y="5133"/>
                </a:cubicBezTo>
                <a:cubicBezTo>
                  <a:pt x="4620" y="5121"/>
                  <a:pt x="4537" y="5109"/>
                  <a:pt x="4453" y="5109"/>
                </a:cubicBezTo>
                <a:cubicBezTo>
                  <a:pt x="3703" y="5109"/>
                  <a:pt x="3096" y="5716"/>
                  <a:pt x="3096" y="6454"/>
                </a:cubicBezTo>
                <a:cubicBezTo>
                  <a:pt x="3096" y="7204"/>
                  <a:pt x="3703" y="7811"/>
                  <a:pt x="4453" y="7811"/>
                </a:cubicBezTo>
                <a:cubicBezTo>
                  <a:pt x="5192" y="7811"/>
                  <a:pt x="5811" y="7204"/>
                  <a:pt x="5811" y="6454"/>
                </a:cubicBezTo>
                <a:cubicBezTo>
                  <a:pt x="5811" y="6145"/>
                  <a:pt x="5704" y="5859"/>
                  <a:pt x="5525" y="5621"/>
                </a:cubicBezTo>
                <a:lnTo>
                  <a:pt x="6025" y="5121"/>
                </a:lnTo>
                <a:cubicBezTo>
                  <a:pt x="6346" y="5490"/>
                  <a:pt x="6525" y="5966"/>
                  <a:pt x="6525" y="6454"/>
                </a:cubicBezTo>
                <a:cubicBezTo>
                  <a:pt x="6525" y="7585"/>
                  <a:pt x="5596" y="8514"/>
                  <a:pt x="4465" y="8514"/>
                </a:cubicBezTo>
                <a:cubicBezTo>
                  <a:pt x="3334" y="8514"/>
                  <a:pt x="2417" y="7585"/>
                  <a:pt x="2417" y="6454"/>
                </a:cubicBezTo>
                <a:cubicBezTo>
                  <a:pt x="2417" y="5323"/>
                  <a:pt x="3334" y="4406"/>
                  <a:pt x="4465" y="4406"/>
                </a:cubicBezTo>
                <a:cubicBezTo>
                  <a:pt x="4811" y="4406"/>
                  <a:pt x="5156" y="4490"/>
                  <a:pt x="5453" y="4656"/>
                </a:cubicBezTo>
                <a:cubicBezTo>
                  <a:pt x="5476" y="4671"/>
                  <a:pt x="5502" y="4678"/>
                  <a:pt x="5528" y="4678"/>
                </a:cubicBezTo>
                <a:cubicBezTo>
                  <a:pt x="5585" y="4678"/>
                  <a:pt x="5643" y="4646"/>
                  <a:pt x="5668" y="4597"/>
                </a:cubicBezTo>
                <a:cubicBezTo>
                  <a:pt x="5715" y="4525"/>
                  <a:pt x="5692" y="4418"/>
                  <a:pt x="5608" y="4371"/>
                </a:cubicBezTo>
                <a:cubicBezTo>
                  <a:pt x="5275" y="4180"/>
                  <a:pt x="4882" y="4097"/>
                  <a:pt x="4477" y="4097"/>
                </a:cubicBezTo>
                <a:cubicBezTo>
                  <a:pt x="3167" y="4097"/>
                  <a:pt x="2120" y="5168"/>
                  <a:pt x="2120" y="6454"/>
                </a:cubicBezTo>
                <a:cubicBezTo>
                  <a:pt x="2120" y="7764"/>
                  <a:pt x="3191" y="8823"/>
                  <a:pt x="4477" y="8823"/>
                </a:cubicBezTo>
                <a:cubicBezTo>
                  <a:pt x="5787" y="8823"/>
                  <a:pt x="6847" y="7752"/>
                  <a:pt x="6847" y="6454"/>
                </a:cubicBezTo>
                <a:cubicBezTo>
                  <a:pt x="6847" y="5883"/>
                  <a:pt x="6644" y="5323"/>
                  <a:pt x="6263" y="4894"/>
                </a:cubicBezTo>
                <a:lnTo>
                  <a:pt x="6763" y="4406"/>
                </a:lnTo>
                <a:cubicBezTo>
                  <a:pt x="7263" y="4966"/>
                  <a:pt x="7549" y="5704"/>
                  <a:pt x="7549" y="6454"/>
                </a:cubicBezTo>
                <a:cubicBezTo>
                  <a:pt x="7549" y="8157"/>
                  <a:pt x="6168" y="9538"/>
                  <a:pt x="4465" y="9538"/>
                </a:cubicBezTo>
                <a:cubicBezTo>
                  <a:pt x="2775" y="9538"/>
                  <a:pt x="1382" y="8157"/>
                  <a:pt x="1382" y="6454"/>
                </a:cubicBezTo>
                <a:cubicBezTo>
                  <a:pt x="1382" y="4763"/>
                  <a:pt x="2775" y="3382"/>
                  <a:pt x="4465" y="3382"/>
                </a:cubicBezTo>
                <a:cubicBezTo>
                  <a:pt x="5061" y="3382"/>
                  <a:pt x="5632" y="3537"/>
                  <a:pt x="6132" y="3870"/>
                </a:cubicBezTo>
                <a:cubicBezTo>
                  <a:pt x="6157" y="3887"/>
                  <a:pt x="6187" y="3895"/>
                  <a:pt x="6217" y="3895"/>
                </a:cubicBezTo>
                <a:cubicBezTo>
                  <a:pt x="6272" y="3895"/>
                  <a:pt x="6328" y="3869"/>
                  <a:pt x="6358" y="3823"/>
                </a:cubicBezTo>
                <a:cubicBezTo>
                  <a:pt x="6406" y="3751"/>
                  <a:pt x="6382" y="3644"/>
                  <a:pt x="6311" y="3597"/>
                </a:cubicBezTo>
                <a:cubicBezTo>
                  <a:pt x="5763" y="3239"/>
                  <a:pt x="5132" y="3061"/>
                  <a:pt x="4477" y="3061"/>
                </a:cubicBezTo>
                <a:cubicBezTo>
                  <a:pt x="2608" y="3061"/>
                  <a:pt x="1084" y="4585"/>
                  <a:pt x="1084" y="6454"/>
                </a:cubicBezTo>
                <a:cubicBezTo>
                  <a:pt x="1084" y="8335"/>
                  <a:pt x="2608" y="9847"/>
                  <a:pt x="4477" y="9847"/>
                </a:cubicBezTo>
                <a:cubicBezTo>
                  <a:pt x="6358" y="9847"/>
                  <a:pt x="7870" y="8335"/>
                  <a:pt x="7870" y="6454"/>
                </a:cubicBezTo>
                <a:cubicBezTo>
                  <a:pt x="7870" y="5609"/>
                  <a:pt x="7561" y="4811"/>
                  <a:pt x="7001" y="4168"/>
                </a:cubicBezTo>
                <a:lnTo>
                  <a:pt x="7489" y="3680"/>
                </a:lnTo>
                <a:cubicBezTo>
                  <a:pt x="8120" y="4418"/>
                  <a:pt x="8537" y="5394"/>
                  <a:pt x="8537" y="6478"/>
                </a:cubicBezTo>
                <a:cubicBezTo>
                  <a:pt x="8537" y="8740"/>
                  <a:pt x="6692" y="10562"/>
                  <a:pt x="4441" y="10562"/>
                </a:cubicBezTo>
                <a:cubicBezTo>
                  <a:pt x="2191" y="10562"/>
                  <a:pt x="346" y="8716"/>
                  <a:pt x="346" y="6478"/>
                </a:cubicBezTo>
                <a:cubicBezTo>
                  <a:pt x="346" y="4228"/>
                  <a:pt x="2191" y="2382"/>
                  <a:pt x="4441" y="2382"/>
                </a:cubicBezTo>
                <a:close/>
                <a:moveTo>
                  <a:pt x="9701" y="1"/>
                </a:moveTo>
                <a:cubicBezTo>
                  <a:pt x="9659" y="1"/>
                  <a:pt x="9617" y="17"/>
                  <a:pt x="9585" y="49"/>
                </a:cubicBezTo>
                <a:lnTo>
                  <a:pt x="7894" y="1739"/>
                </a:lnTo>
                <a:cubicBezTo>
                  <a:pt x="7859" y="1775"/>
                  <a:pt x="7847" y="1811"/>
                  <a:pt x="7847" y="1858"/>
                </a:cubicBezTo>
                <a:lnTo>
                  <a:pt x="7847" y="2811"/>
                </a:lnTo>
                <a:lnTo>
                  <a:pt x="7430" y="3228"/>
                </a:lnTo>
                <a:cubicBezTo>
                  <a:pt x="6644" y="2501"/>
                  <a:pt x="5584" y="2037"/>
                  <a:pt x="4430" y="2037"/>
                </a:cubicBezTo>
                <a:cubicBezTo>
                  <a:pt x="1989" y="2037"/>
                  <a:pt x="0" y="4013"/>
                  <a:pt x="0" y="6454"/>
                </a:cubicBezTo>
                <a:cubicBezTo>
                  <a:pt x="0" y="8895"/>
                  <a:pt x="1989" y="10883"/>
                  <a:pt x="4430" y="10883"/>
                </a:cubicBezTo>
                <a:cubicBezTo>
                  <a:pt x="6870" y="10883"/>
                  <a:pt x="8847" y="8895"/>
                  <a:pt x="8847" y="6454"/>
                </a:cubicBezTo>
                <a:cubicBezTo>
                  <a:pt x="8847" y="5299"/>
                  <a:pt x="8394" y="4240"/>
                  <a:pt x="7656" y="3454"/>
                </a:cubicBezTo>
                <a:lnTo>
                  <a:pt x="8073" y="3037"/>
                </a:lnTo>
                <a:lnTo>
                  <a:pt x="9025" y="3037"/>
                </a:lnTo>
                <a:cubicBezTo>
                  <a:pt x="9073" y="3037"/>
                  <a:pt x="9109" y="3013"/>
                  <a:pt x="9144" y="2989"/>
                </a:cubicBezTo>
                <a:lnTo>
                  <a:pt x="10835" y="1299"/>
                </a:lnTo>
                <a:cubicBezTo>
                  <a:pt x="10895" y="1251"/>
                  <a:pt x="10918" y="1192"/>
                  <a:pt x="10883" y="1132"/>
                </a:cubicBezTo>
                <a:cubicBezTo>
                  <a:pt x="10859" y="1072"/>
                  <a:pt x="10799" y="1025"/>
                  <a:pt x="10740" y="1025"/>
                </a:cubicBezTo>
                <a:lnTo>
                  <a:pt x="9871" y="1025"/>
                </a:lnTo>
                <a:lnTo>
                  <a:pt x="9871" y="168"/>
                </a:lnTo>
                <a:cubicBezTo>
                  <a:pt x="9871" y="108"/>
                  <a:pt x="9823" y="49"/>
                  <a:pt x="9764" y="13"/>
                </a:cubicBezTo>
                <a:cubicBezTo>
                  <a:pt x="9744" y="5"/>
                  <a:pt x="9723" y="1"/>
                  <a:pt x="9701"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20093;p82"/>
          <p:cNvGrpSpPr/>
          <p:nvPr/>
        </p:nvGrpSpPr>
        <p:grpSpPr>
          <a:xfrm>
            <a:off x="797537" y="3199132"/>
            <a:ext cx="2501475" cy="2294965"/>
            <a:chOff x="5626763" y="2013829"/>
            <a:chExt cx="351722" cy="274788"/>
          </a:xfrm>
          <a:solidFill>
            <a:schemeClr val="tx1"/>
          </a:solidFill>
        </p:grpSpPr>
        <p:sp>
          <p:nvSpPr>
            <p:cNvPr id="15" name="Google Shape;20094;p82"/>
            <p:cNvSpPr/>
            <p:nvPr/>
          </p:nvSpPr>
          <p:spPr>
            <a:xfrm>
              <a:off x="5626763" y="2013829"/>
              <a:ext cx="351722" cy="274788"/>
            </a:xfrm>
            <a:custGeom>
              <a:avLst/>
              <a:gdLst/>
              <a:ahLst/>
              <a:cxnLst/>
              <a:rect l="l" t="t" r="r" b="b"/>
              <a:pathLst>
                <a:path w="11050" h="8633" extrusionOk="0">
                  <a:moveTo>
                    <a:pt x="10657" y="345"/>
                  </a:moveTo>
                  <a:lnTo>
                    <a:pt x="10681" y="714"/>
                  </a:lnTo>
                  <a:lnTo>
                    <a:pt x="9395" y="714"/>
                  </a:lnTo>
                  <a:cubicBezTo>
                    <a:pt x="9312" y="714"/>
                    <a:pt x="9216" y="786"/>
                    <a:pt x="9216" y="893"/>
                  </a:cubicBezTo>
                  <a:cubicBezTo>
                    <a:pt x="9216" y="1000"/>
                    <a:pt x="9288" y="1072"/>
                    <a:pt x="9395" y="1072"/>
                  </a:cubicBezTo>
                  <a:lnTo>
                    <a:pt x="10383" y="1072"/>
                  </a:lnTo>
                  <a:lnTo>
                    <a:pt x="10383" y="6191"/>
                  </a:lnTo>
                  <a:lnTo>
                    <a:pt x="4466" y="6191"/>
                  </a:lnTo>
                  <a:lnTo>
                    <a:pt x="4466" y="6025"/>
                  </a:lnTo>
                  <a:cubicBezTo>
                    <a:pt x="4466" y="5929"/>
                    <a:pt x="4394" y="5846"/>
                    <a:pt x="4287" y="5846"/>
                  </a:cubicBezTo>
                  <a:lnTo>
                    <a:pt x="4001" y="5846"/>
                  </a:lnTo>
                  <a:cubicBezTo>
                    <a:pt x="3978" y="5739"/>
                    <a:pt x="3930" y="5644"/>
                    <a:pt x="3871" y="5536"/>
                  </a:cubicBezTo>
                  <a:lnTo>
                    <a:pt x="4085" y="5322"/>
                  </a:lnTo>
                  <a:cubicBezTo>
                    <a:pt x="4156" y="5251"/>
                    <a:pt x="4156" y="5144"/>
                    <a:pt x="4085" y="5072"/>
                  </a:cubicBezTo>
                  <a:lnTo>
                    <a:pt x="3549" y="4536"/>
                  </a:lnTo>
                  <a:cubicBezTo>
                    <a:pt x="3513" y="4512"/>
                    <a:pt x="3478" y="4489"/>
                    <a:pt x="3430" y="4489"/>
                  </a:cubicBezTo>
                  <a:cubicBezTo>
                    <a:pt x="3382" y="4489"/>
                    <a:pt x="3335" y="4512"/>
                    <a:pt x="3311" y="4536"/>
                  </a:cubicBezTo>
                  <a:lnTo>
                    <a:pt x="3097" y="4739"/>
                  </a:lnTo>
                  <a:cubicBezTo>
                    <a:pt x="2989" y="4679"/>
                    <a:pt x="2894" y="4643"/>
                    <a:pt x="2787" y="4608"/>
                  </a:cubicBezTo>
                  <a:lnTo>
                    <a:pt x="2787" y="4334"/>
                  </a:lnTo>
                  <a:cubicBezTo>
                    <a:pt x="2787" y="4239"/>
                    <a:pt x="2716" y="4155"/>
                    <a:pt x="2608" y="4155"/>
                  </a:cubicBezTo>
                  <a:lnTo>
                    <a:pt x="2180" y="4155"/>
                  </a:lnTo>
                  <a:lnTo>
                    <a:pt x="2180" y="1060"/>
                  </a:lnTo>
                  <a:lnTo>
                    <a:pt x="8788" y="1060"/>
                  </a:lnTo>
                  <a:cubicBezTo>
                    <a:pt x="8871" y="1060"/>
                    <a:pt x="8966" y="976"/>
                    <a:pt x="8966" y="881"/>
                  </a:cubicBezTo>
                  <a:cubicBezTo>
                    <a:pt x="8966" y="786"/>
                    <a:pt x="8895" y="702"/>
                    <a:pt x="8788" y="702"/>
                  </a:cubicBezTo>
                  <a:lnTo>
                    <a:pt x="1894" y="702"/>
                  </a:lnTo>
                  <a:lnTo>
                    <a:pt x="1894" y="345"/>
                  </a:lnTo>
                  <a:close/>
                  <a:moveTo>
                    <a:pt x="10681" y="6537"/>
                  </a:moveTo>
                  <a:lnTo>
                    <a:pt x="10681" y="6870"/>
                  </a:lnTo>
                  <a:lnTo>
                    <a:pt x="4430" y="6870"/>
                  </a:lnTo>
                  <a:cubicBezTo>
                    <a:pt x="4454" y="6846"/>
                    <a:pt x="4466" y="6798"/>
                    <a:pt x="4466" y="6751"/>
                  </a:cubicBezTo>
                  <a:lnTo>
                    <a:pt x="4466" y="6560"/>
                  </a:lnTo>
                  <a:lnTo>
                    <a:pt x="10562" y="6560"/>
                  </a:lnTo>
                  <a:cubicBezTo>
                    <a:pt x="10598" y="6560"/>
                    <a:pt x="10633" y="6548"/>
                    <a:pt x="10657" y="6537"/>
                  </a:cubicBezTo>
                  <a:close/>
                  <a:moveTo>
                    <a:pt x="2477" y="4524"/>
                  </a:moveTo>
                  <a:lnTo>
                    <a:pt x="2477" y="4763"/>
                  </a:lnTo>
                  <a:cubicBezTo>
                    <a:pt x="2477" y="4834"/>
                    <a:pt x="2537" y="4905"/>
                    <a:pt x="2608" y="4929"/>
                  </a:cubicBezTo>
                  <a:cubicBezTo>
                    <a:pt x="2775" y="4965"/>
                    <a:pt x="2942" y="5024"/>
                    <a:pt x="3073" y="5120"/>
                  </a:cubicBezTo>
                  <a:cubicBezTo>
                    <a:pt x="3099" y="5137"/>
                    <a:pt x="3128" y="5145"/>
                    <a:pt x="3157" y="5145"/>
                  </a:cubicBezTo>
                  <a:cubicBezTo>
                    <a:pt x="3206" y="5145"/>
                    <a:pt x="3253" y="5122"/>
                    <a:pt x="3275" y="5084"/>
                  </a:cubicBezTo>
                  <a:lnTo>
                    <a:pt x="3454" y="4905"/>
                  </a:lnTo>
                  <a:lnTo>
                    <a:pt x="3740" y="5191"/>
                  </a:lnTo>
                  <a:lnTo>
                    <a:pt x="3561" y="5370"/>
                  </a:lnTo>
                  <a:cubicBezTo>
                    <a:pt x="3501" y="5429"/>
                    <a:pt x="3490" y="5525"/>
                    <a:pt x="3537" y="5584"/>
                  </a:cubicBezTo>
                  <a:cubicBezTo>
                    <a:pt x="3620" y="5727"/>
                    <a:pt x="3680" y="5882"/>
                    <a:pt x="3728" y="6036"/>
                  </a:cubicBezTo>
                  <a:cubicBezTo>
                    <a:pt x="3740" y="6120"/>
                    <a:pt x="3811" y="6179"/>
                    <a:pt x="3894" y="6179"/>
                  </a:cubicBezTo>
                  <a:lnTo>
                    <a:pt x="4132" y="6179"/>
                  </a:lnTo>
                  <a:lnTo>
                    <a:pt x="4132" y="6572"/>
                  </a:lnTo>
                  <a:lnTo>
                    <a:pt x="3894" y="6572"/>
                  </a:lnTo>
                  <a:cubicBezTo>
                    <a:pt x="3811" y="6572"/>
                    <a:pt x="3740" y="6632"/>
                    <a:pt x="3728" y="6715"/>
                  </a:cubicBezTo>
                  <a:cubicBezTo>
                    <a:pt x="3680" y="6870"/>
                    <a:pt x="3620" y="7037"/>
                    <a:pt x="3537" y="7168"/>
                  </a:cubicBezTo>
                  <a:cubicBezTo>
                    <a:pt x="3490" y="7251"/>
                    <a:pt x="3501" y="7334"/>
                    <a:pt x="3561" y="7382"/>
                  </a:cubicBezTo>
                  <a:lnTo>
                    <a:pt x="3740" y="7560"/>
                  </a:lnTo>
                  <a:lnTo>
                    <a:pt x="3454" y="7834"/>
                  </a:lnTo>
                  <a:lnTo>
                    <a:pt x="3275" y="7656"/>
                  </a:lnTo>
                  <a:cubicBezTo>
                    <a:pt x="3238" y="7626"/>
                    <a:pt x="3193" y="7606"/>
                    <a:pt x="3149" y="7606"/>
                  </a:cubicBezTo>
                  <a:cubicBezTo>
                    <a:pt x="3122" y="7606"/>
                    <a:pt x="3096" y="7614"/>
                    <a:pt x="3073" y="7632"/>
                  </a:cubicBezTo>
                  <a:cubicBezTo>
                    <a:pt x="2918" y="7727"/>
                    <a:pt x="2775" y="7787"/>
                    <a:pt x="2608" y="7822"/>
                  </a:cubicBezTo>
                  <a:cubicBezTo>
                    <a:pt x="2537" y="7846"/>
                    <a:pt x="2477" y="7918"/>
                    <a:pt x="2477" y="7989"/>
                  </a:cubicBezTo>
                  <a:lnTo>
                    <a:pt x="2477" y="8227"/>
                  </a:lnTo>
                  <a:lnTo>
                    <a:pt x="2073" y="8227"/>
                  </a:lnTo>
                  <a:lnTo>
                    <a:pt x="2073" y="7989"/>
                  </a:lnTo>
                  <a:cubicBezTo>
                    <a:pt x="2073" y="7918"/>
                    <a:pt x="2013" y="7846"/>
                    <a:pt x="1942" y="7822"/>
                  </a:cubicBezTo>
                  <a:cubicBezTo>
                    <a:pt x="1775" y="7787"/>
                    <a:pt x="1608" y="7727"/>
                    <a:pt x="1477" y="7632"/>
                  </a:cubicBezTo>
                  <a:cubicBezTo>
                    <a:pt x="1450" y="7614"/>
                    <a:pt x="1419" y="7606"/>
                    <a:pt x="1390" y="7606"/>
                  </a:cubicBezTo>
                  <a:cubicBezTo>
                    <a:pt x="1342" y="7606"/>
                    <a:pt x="1297" y="7626"/>
                    <a:pt x="1275" y="7656"/>
                  </a:cubicBezTo>
                  <a:lnTo>
                    <a:pt x="1096" y="7834"/>
                  </a:lnTo>
                  <a:lnTo>
                    <a:pt x="811" y="7560"/>
                  </a:lnTo>
                  <a:lnTo>
                    <a:pt x="989" y="7382"/>
                  </a:lnTo>
                  <a:cubicBezTo>
                    <a:pt x="1049" y="7322"/>
                    <a:pt x="1061" y="7227"/>
                    <a:pt x="1013" y="7168"/>
                  </a:cubicBezTo>
                  <a:cubicBezTo>
                    <a:pt x="930" y="7025"/>
                    <a:pt x="870" y="6870"/>
                    <a:pt x="823" y="6715"/>
                  </a:cubicBezTo>
                  <a:cubicBezTo>
                    <a:pt x="811" y="6632"/>
                    <a:pt x="739" y="6572"/>
                    <a:pt x="656" y="6572"/>
                  </a:cubicBezTo>
                  <a:lnTo>
                    <a:pt x="418" y="6572"/>
                  </a:lnTo>
                  <a:lnTo>
                    <a:pt x="418" y="6179"/>
                  </a:lnTo>
                  <a:lnTo>
                    <a:pt x="656" y="6179"/>
                  </a:lnTo>
                  <a:cubicBezTo>
                    <a:pt x="739" y="6179"/>
                    <a:pt x="811" y="6120"/>
                    <a:pt x="823" y="6036"/>
                  </a:cubicBezTo>
                  <a:cubicBezTo>
                    <a:pt x="870" y="5882"/>
                    <a:pt x="930" y="5715"/>
                    <a:pt x="1013" y="5584"/>
                  </a:cubicBezTo>
                  <a:cubicBezTo>
                    <a:pt x="1061" y="5501"/>
                    <a:pt x="1049" y="5417"/>
                    <a:pt x="989" y="5370"/>
                  </a:cubicBezTo>
                  <a:lnTo>
                    <a:pt x="811" y="5191"/>
                  </a:lnTo>
                  <a:lnTo>
                    <a:pt x="1096" y="4905"/>
                  </a:lnTo>
                  <a:lnTo>
                    <a:pt x="1275" y="5084"/>
                  </a:lnTo>
                  <a:cubicBezTo>
                    <a:pt x="1313" y="5122"/>
                    <a:pt x="1360" y="5145"/>
                    <a:pt x="1405" y="5145"/>
                  </a:cubicBezTo>
                  <a:cubicBezTo>
                    <a:pt x="1430" y="5145"/>
                    <a:pt x="1456" y="5137"/>
                    <a:pt x="1477" y="5120"/>
                  </a:cubicBezTo>
                  <a:cubicBezTo>
                    <a:pt x="1632" y="5024"/>
                    <a:pt x="1775" y="4965"/>
                    <a:pt x="1942" y="4929"/>
                  </a:cubicBezTo>
                  <a:cubicBezTo>
                    <a:pt x="2013" y="4905"/>
                    <a:pt x="2073" y="4834"/>
                    <a:pt x="2073" y="4763"/>
                  </a:cubicBezTo>
                  <a:lnTo>
                    <a:pt x="2073" y="4524"/>
                  </a:lnTo>
                  <a:close/>
                  <a:moveTo>
                    <a:pt x="1715" y="0"/>
                  </a:moveTo>
                  <a:cubicBezTo>
                    <a:pt x="1632" y="0"/>
                    <a:pt x="1537" y="71"/>
                    <a:pt x="1537" y="179"/>
                  </a:cubicBezTo>
                  <a:lnTo>
                    <a:pt x="1537" y="881"/>
                  </a:lnTo>
                  <a:cubicBezTo>
                    <a:pt x="1537" y="964"/>
                    <a:pt x="1608" y="1060"/>
                    <a:pt x="1715" y="1060"/>
                  </a:cubicBezTo>
                  <a:lnTo>
                    <a:pt x="1835" y="1060"/>
                  </a:lnTo>
                  <a:lnTo>
                    <a:pt x="1835" y="4155"/>
                  </a:lnTo>
                  <a:cubicBezTo>
                    <a:pt x="1751" y="4167"/>
                    <a:pt x="1692" y="4239"/>
                    <a:pt x="1692" y="4310"/>
                  </a:cubicBezTo>
                  <a:lnTo>
                    <a:pt x="1692" y="4596"/>
                  </a:lnTo>
                  <a:cubicBezTo>
                    <a:pt x="1585" y="4632"/>
                    <a:pt x="1477" y="4667"/>
                    <a:pt x="1370" y="4727"/>
                  </a:cubicBezTo>
                  <a:lnTo>
                    <a:pt x="1168" y="4524"/>
                  </a:lnTo>
                  <a:cubicBezTo>
                    <a:pt x="1132" y="4489"/>
                    <a:pt x="1096" y="4477"/>
                    <a:pt x="1049" y="4477"/>
                  </a:cubicBezTo>
                  <a:cubicBezTo>
                    <a:pt x="1001" y="4477"/>
                    <a:pt x="953" y="4489"/>
                    <a:pt x="930" y="4524"/>
                  </a:cubicBezTo>
                  <a:lnTo>
                    <a:pt x="394" y="5060"/>
                  </a:lnTo>
                  <a:cubicBezTo>
                    <a:pt x="322" y="5132"/>
                    <a:pt x="322" y="5239"/>
                    <a:pt x="394" y="5310"/>
                  </a:cubicBezTo>
                  <a:lnTo>
                    <a:pt x="596" y="5525"/>
                  </a:lnTo>
                  <a:cubicBezTo>
                    <a:pt x="537" y="5620"/>
                    <a:pt x="501" y="5727"/>
                    <a:pt x="465" y="5834"/>
                  </a:cubicBezTo>
                  <a:lnTo>
                    <a:pt x="180" y="5834"/>
                  </a:lnTo>
                  <a:cubicBezTo>
                    <a:pt x="96" y="5834"/>
                    <a:pt x="1" y="5906"/>
                    <a:pt x="1" y="6013"/>
                  </a:cubicBezTo>
                  <a:lnTo>
                    <a:pt x="1" y="6751"/>
                  </a:lnTo>
                  <a:cubicBezTo>
                    <a:pt x="1" y="6846"/>
                    <a:pt x="84" y="6929"/>
                    <a:pt x="180" y="6929"/>
                  </a:cubicBezTo>
                  <a:lnTo>
                    <a:pt x="465" y="6929"/>
                  </a:lnTo>
                  <a:cubicBezTo>
                    <a:pt x="501" y="7037"/>
                    <a:pt x="537" y="7144"/>
                    <a:pt x="596" y="7251"/>
                  </a:cubicBezTo>
                  <a:lnTo>
                    <a:pt x="394" y="7453"/>
                  </a:lnTo>
                  <a:cubicBezTo>
                    <a:pt x="322" y="7525"/>
                    <a:pt x="322" y="7632"/>
                    <a:pt x="394" y="7703"/>
                  </a:cubicBezTo>
                  <a:lnTo>
                    <a:pt x="930" y="8239"/>
                  </a:lnTo>
                  <a:cubicBezTo>
                    <a:pt x="965" y="8281"/>
                    <a:pt x="1010" y="8302"/>
                    <a:pt x="1055" y="8302"/>
                  </a:cubicBezTo>
                  <a:cubicBezTo>
                    <a:pt x="1099" y="8302"/>
                    <a:pt x="1144" y="8281"/>
                    <a:pt x="1180" y="8239"/>
                  </a:cubicBezTo>
                  <a:lnTo>
                    <a:pt x="1394" y="8037"/>
                  </a:lnTo>
                  <a:cubicBezTo>
                    <a:pt x="1489" y="8096"/>
                    <a:pt x="1596" y="8144"/>
                    <a:pt x="1704" y="8168"/>
                  </a:cubicBezTo>
                  <a:lnTo>
                    <a:pt x="1704" y="8453"/>
                  </a:lnTo>
                  <a:cubicBezTo>
                    <a:pt x="1704" y="8537"/>
                    <a:pt x="1775" y="8632"/>
                    <a:pt x="1882" y="8632"/>
                  </a:cubicBezTo>
                  <a:lnTo>
                    <a:pt x="2620" y="8632"/>
                  </a:lnTo>
                  <a:cubicBezTo>
                    <a:pt x="2716" y="8632"/>
                    <a:pt x="2799" y="8549"/>
                    <a:pt x="2799" y="8453"/>
                  </a:cubicBezTo>
                  <a:lnTo>
                    <a:pt x="2799" y="8168"/>
                  </a:lnTo>
                  <a:cubicBezTo>
                    <a:pt x="2906" y="8144"/>
                    <a:pt x="3013" y="8096"/>
                    <a:pt x="3120" y="8037"/>
                  </a:cubicBezTo>
                  <a:lnTo>
                    <a:pt x="3323" y="8239"/>
                  </a:lnTo>
                  <a:cubicBezTo>
                    <a:pt x="3359" y="8281"/>
                    <a:pt x="3403" y="8302"/>
                    <a:pt x="3448" y="8302"/>
                  </a:cubicBezTo>
                  <a:cubicBezTo>
                    <a:pt x="3492" y="8302"/>
                    <a:pt x="3537" y="8281"/>
                    <a:pt x="3573" y="8239"/>
                  </a:cubicBezTo>
                  <a:lnTo>
                    <a:pt x="4109" y="7703"/>
                  </a:lnTo>
                  <a:cubicBezTo>
                    <a:pt x="4192" y="7632"/>
                    <a:pt x="4192" y="7525"/>
                    <a:pt x="4109" y="7453"/>
                  </a:cubicBezTo>
                  <a:lnTo>
                    <a:pt x="3906" y="7251"/>
                  </a:lnTo>
                  <a:cubicBezTo>
                    <a:pt x="3906" y="7227"/>
                    <a:pt x="3918" y="7227"/>
                    <a:pt x="3918" y="7215"/>
                  </a:cubicBezTo>
                  <a:lnTo>
                    <a:pt x="10871" y="7215"/>
                  </a:lnTo>
                  <a:cubicBezTo>
                    <a:pt x="10955" y="7215"/>
                    <a:pt x="11050" y="7144"/>
                    <a:pt x="11050" y="7037"/>
                  </a:cubicBezTo>
                  <a:lnTo>
                    <a:pt x="11050" y="6358"/>
                  </a:lnTo>
                  <a:cubicBezTo>
                    <a:pt x="11050" y="6263"/>
                    <a:pt x="10979" y="6179"/>
                    <a:pt x="10871" y="6179"/>
                  </a:cubicBezTo>
                  <a:lnTo>
                    <a:pt x="10752" y="6179"/>
                  </a:lnTo>
                  <a:lnTo>
                    <a:pt x="10752" y="1060"/>
                  </a:lnTo>
                  <a:lnTo>
                    <a:pt x="10836" y="1060"/>
                  </a:lnTo>
                  <a:cubicBezTo>
                    <a:pt x="10931" y="1060"/>
                    <a:pt x="11014" y="976"/>
                    <a:pt x="11014" y="881"/>
                  </a:cubicBezTo>
                  <a:lnTo>
                    <a:pt x="11014" y="179"/>
                  </a:lnTo>
                  <a:cubicBezTo>
                    <a:pt x="11014" y="83"/>
                    <a:pt x="10943" y="0"/>
                    <a:pt x="1083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095;p82"/>
            <p:cNvSpPr/>
            <p:nvPr/>
          </p:nvSpPr>
          <p:spPr>
            <a:xfrm>
              <a:off x="5784799" y="2125234"/>
              <a:ext cx="33390" cy="70503"/>
            </a:xfrm>
            <a:custGeom>
              <a:avLst/>
              <a:gdLst/>
              <a:ahLst/>
              <a:cxnLst/>
              <a:rect l="l" t="t" r="r" b="b"/>
              <a:pathLst>
                <a:path w="1049" h="2215" extrusionOk="0">
                  <a:moveTo>
                    <a:pt x="691" y="334"/>
                  </a:moveTo>
                  <a:lnTo>
                    <a:pt x="691" y="1858"/>
                  </a:lnTo>
                  <a:lnTo>
                    <a:pt x="334" y="1858"/>
                  </a:lnTo>
                  <a:lnTo>
                    <a:pt x="334" y="334"/>
                  </a:lnTo>
                  <a:close/>
                  <a:moveTo>
                    <a:pt x="179" y="0"/>
                  </a:moveTo>
                  <a:cubicBezTo>
                    <a:pt x="84" y="0"/>
                    <a:pt x="1" y="72"/>
                    <a:pt x="1" y="179"/>
                  </a:cubicBezTo>
                  <a:lnTo>
                    <a:pt x="1" y="2036"/>
                  </a:lnTo>
                  <a:cubicBezTo>
                    <a:pt x="1" y="2120"/>
                    <a:pt x="72" y="2215"/>
                    <a:pt x="179" y="2215"/>
                  </a:cubicBezTo>
                  <a:lnTo>
                    <a:pt x="870" y="2215"/>
                  </a:lnTo>
                  <a:cubicBezTo>
                    <a:pt x="965" y="2215"/>
                    <a:pt x="1049" y="2144"/>
                    <a:pt x="1049" y="2036"/>
                  </a:cubicBezTo>
                  <a:lnTo>
                    <a:pt x="1049" y="179"/>
                  </a:lnTo>
                  <a:cubicBezTo>
                    <a:pt x="1049" y="72"/>
                    <a:pt x="965" y="0"/>
                    <a:pt x="8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096;p82"/>
            <p:cNvSpPr/>
            <p:nvPr/>
          </p:nvSpPr>
          <p:spPr>
            <a:xfrm>
              <a:off x="5824236" y="2097956"/>
              <a:ext cx="33740" cy="97782"/>
            </a:xfrm>
            <a:custGeom>
              <a:avLst/>
              <a:gdLst/>
              <a:ahLst/>
              <a:cxnLst/>
              <a:rect l="l" t="t" r="r" b="b"/>
              <a:pathLst>
                <a:path w="1060" h="3072" extrusionOk="0">
                  <a:moveTo>
                    <a:pt x="703" y="345"/>
                  </a:moveTo>
                  <a:lnTo>
                    <a:pt x="703" y="2715"/>
                  </a:lnTo>
                  <a:lnTo>
                    <a:pt x="345" y="2715"/>
                  </a:lnTo>
                  <a:lnTo>
                    <a:pt x="345" y="345"/>
                  </a:lnTo>
                  <a:close/>
                  <a:moveTo>
                    <a:pt x="179" y="0"/>
                  </a:moveTo>
                  <a:cubicBezTo>
                    <a:pt x="95" y="0"/>
                    <a:pt x="0" y="84"/>
                    <a:pt x="0" y="179"/>
                  </a:cubicBezTo>
                  <a:lnTo>
                    <a:pt x="0" y="2893"/>
                  </a:lnTo>
                  <a:cubicBezTo>
                    <a:pt x="0" y="2977"/>
                    <a:pt x="83" y="3072"/>
                    <a:pt x="179" y="3072"/>
                  </a:cubicBezTo>
                  <a:lnTo>
                    <a:pt x="881" y="3072"/>
                  </a:lnTo>
                  <a:cubicBezTo>
                    <a:pt x="976" y="3072"/>
                    <a:pt x="1060" y="3001"/>
                    <a:pt x="1060" y="2893"/>
                  </a:cubicBezTo>
                  <a:lnTo>
                    <a:pt x="1060" y="179"/>
                  </a:lnTo>
                  <a:cubicBezTo>
                    <a:pt x="1048" y="84"/>
                    <a:pt x="976" y="0"/>
                    <a:pt x="8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097;p82"/>
            <p:cNvSpPr/>
            <p:nvPr/>
          </p:nvSpPr>
          <p:spPr>
            <a:xfrm>
              <a:off x="5864024" y="2111961"/>
              <a:ext cx="33740" cy="83426"/>
            </a:xfrm>
            <a:custGeom>
              <a:avLst/>
              <a:gdLst/>
              <a:ahLst/>
              <a:cxnLst/>
              <a:rect l="l" t="t" r="r" b="b"/>
              <a:pathLst>
                <a:path w="1060" h="2621" extrusionOk="0">
                  <a:moveTo>
                    <a:pt x="703" y="358"/>
                  </a:moveTo>
                  <a:lnTo>
                    <a:pt x="703" y="2275"/>
                  </a:lnTo>
                  <a:lnTo>
                    <a:pt x="346" y="2275"/>
                  </a:lnTo>
                  <a:lnTo>
                    <a:pt x="346" y="358"/>
                  </a:lnTo>
                  <a:close/>
                  <a:moveTo>
                    <a:pt x="191" y="1"/>
                  </a:moveTo>
                  <a:cubicBezTo>
                    <a:pt x="96" y="1"/>
                    <a:pt x="0" y="72"/>
                    <a:pt x="0" y="179"/>
                  </a:cubicBezTo>
                  <a:lnTo>
                    <a:pt x="0" y="2442"/>
                  </a:lnTo>
                  <a:cubicBezTo>
                    <a:pt x="0" y="2525"/>
                    <a:pt x="84" y="2620"/>
                    <a:pt x="191" y="2620"/>
                  </a:cubicBezTo>
                  <a:lnTo>
                    <a:pt x="881" y="2620"/>
                  </a:lnTo>
                  <a:cubicBezTo>
                    <a:pt x="977" y="2620"/>
                    <a:pt x="1060" y="2537"/>
                    <a:pt x="1060" y="2442"/>
                  </a:cubicBezTo>
                  <a:lnTo>
                    <a:pt x="1060" y="179"/>
                  </a:lnTo>
                  <a:cubicBezTo>
                    <a:pt x="1048" y="84"/>
                    <a:pt x="977" y="1"/>
                    <a:pt x="8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098;p82"/>
            <p:cNvSpPr/>
            <p:nvPr/>
          </p:nvSpPr>
          <p:spPr>
            <a:xfrm>
              <a:off x="5904193" y="2065744"/>
              <a:ext cx="33390" cy="129644"/>
            </a:xfrm>
            <a:custGeom>
              <a:avLst/>
              <a:gdLst/>
              <a:ahLst/>
              <a:cxnLst/>
              <a:rect l="l" t="t" r="r" b="b"/>
              <a:pathLst>
                <a:path w="1049" h="4073" extrusionOk="0">
                  <a:moveTo>
                    <a:pt x="691" y="357"/>
                  </a:moveTo>
                  <a:lnTo>
                    <a:pt x="691" y="3727"/>
                  </a:lnTo>
                  <a:lnTo>
                    <a:pt x="334" y="3727"/>
                  </a:lnTo>
                  <a:lnTo>
                    <a:pt x="334" y="357"/>
                  </a:lnTo>
                  <a:close/>
                  <a:moveTo>
                    <a:pt x="179" y="0"/>
                  </a:moveTo>
                  <a:cubicBezTo>
                    <a:pt x="72" y="24"/>
                    <a:pt x="0" y="95"/>
                    <a:pt x="0" y="179"/>
                  </a:cubicBezTo>
                  <a:lnTo>
                    <a:pt x="0" y="3894"/>
                  </a:lnTo>
                  <a:cubicBezTo>
                    <a:pt x="0" y="3977"/>
                    <a:pt x="72" y="4072"/>
                    <a:pt x="179" y="4072"/>
                  </a:cubicBezTo>
                  <a:lnTo>
                    <a:pt x="870" y="4072"/>
                  </a:lnTo>
                  <a:cubicBezTo>
                    <a:pt x="965" y="4072"/>
                    <a:pt x="1048" y="3989"/>
                    <a:pt x="1048" y="3894"/>
                  </a:cubicBezTo>
                  <a:lnTo>
                    <a:pt x="1048" y="179"/>
                  </a:lnTo>
                  <a:cubicBezTo>
                    <a:pt x="1048" y="95"/>
                    <a:pt x="977" y="0"/>
                    <a:pt x="8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099;p82"/>
            <p:cNvSpPr/>
            <p:nvPr/>
          </p:nvSpPr>
          <p:spPr>
            <a:xfrm>
              <a:off x="5713563" y="2080131"/>
              <a:ext cx="40965" cy="11395"/>
            </a:xfrm>
            <a:custGeom>
              <a:avLst/>
              <a:gdLst/>
              <a:ahLst/>
              <a:cxnLst/>
              <a:rect l="l" t="t" r="r" b="b"/>
              <a:pathLst>
                <a:path w="1287" h="358" extrusionOk="0">
                  <a:moveTo>
                    <a:pt x="179" y="1"/>
                  </a:moveTo>
                  <a:cubicBezTo>
                    <a:pt x="96" y="1"/>
                    <a:pt x="1" y="72"/>
                    <a:pt x="1" y="179"/>
                  </a:cubicBezTo>
                  <a:cubicBezTo>
                    <a:pt x="12" y="263"/>
                    <a:pt x="96" y="358"/>
                    <a:pt x="179" y="358"/>
                  </a:cubicBezTo>
                  <a:lnTo>
                    <a:pt x="1108" y="358"/>
                  </a:lnTo>
                  <a:cubicBezTo>
                    <a:pt x="1191" y="358"/>
                    <a:pt x="1286" y="286"/>
                    <a:pt x="1286" y="179"/>
                  </a:cubicBezTo>
                  <a:cubicBezTo>
                    <a:pt x="1286" y="72"/>
                    <a:pt x="1203" y="1"/>
                    <a:pt x="11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0100;p82"/>
            <p:cNvSpPr/>
            <p:nvPr/>
          </p:nvSpPr>
          <p:spPr>
            <a:xfrm>
              <a:off x="5713945" y="2097574"/>
              <a:ext cx="56880" cy="11395"/>
            </a:xfrm>
            <a:custGeom>
              <a:avLst/>
              <a:gdLst/>
              <a:ahLst/>
              <a:cxnLst/>
              <a:rect l="l" t="t" r="r" b="b"/>
              <a:pathLst>
                <a:path w="1787" h="358" extrusionOk="0">
                  <a:moveTo>
                    <a:pt x="179" y="0"/>
                  </a:moveTo>
                  <a:cubicBezTo>
                    <a:pt x="96" y="0"/>
                    <a:pt x="0" y="72"/>
                    <a:pt x="0" y="179"/>
                  </a:cubicBezTo>
                  <a:cubicBezTo>
                    <a:pt x="0" y="274"/>
                    <a:pt x="84" y="357"/>
                    <a:pt x="179" y="357"/>
                  </a:cubicBezTo>
                  <a:lnTo>
                    <a:pt x="1608" y="357"/>
                  </a:lnTo>
                  <a:cubicBezTo>
                    <a:pt x="1703" y="357"/>
                    <a:pt x="1786" y="286"/>
                    <a:pt x="1786" y="179"/>
                  </a:cubicBezTo>
                  <a:cubicBezTo>
                    <a:pt x="1774" y="72"/>
                    <a:pt x="1703" y="0"/>
                    <a:pt x="16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0101;p82"/>
            <p:cNvSpPr/>
            <p:nvPr/>
          </p:nvSpPr>
          <p:spPr>
            <a:xfrm>
              <a:off x="5713945" y="2114985"/>
              <a:ext cx="56880" cy="11427"/>
            </a:xfrm>
            <a:custGeom>
              <a:avLst/>
              <a:gdLst/>
              <a:ahLst/>
              <a:cxnLst/>
              <a:rect l="l" t="t" r="r" b="b"/>
              <a:pathLst>
                <a:path w="1787" h="359" extrusionOk="0">
                  <a:moveTo>
                    <a:pt x="179" y="1"/>
                  </a:moveTo>
                  <a:cubicBezTo>
                    <a:pt x="96" y="1"/>
                    <a:pt x="0" y="84"/>
                    <a:pt x="0" y="180"/>
                  </a:cubicBezTo>
                  <a:cubicBezTo>
                    <a:pt x="0" y="275"/>
                    <a:pt x="84" y="358"/>
                    <a:pt x="179" y="358"/>
                  </a:cubicBezTo>
                  <a:lnTo>
                    <a:pt x="1608" y="358"/>
                  </a:lnTo>
                  <a:cubicBezTo>
                    <a:pt x="1703" y="358"/>
                    <a:pt x="1786" y="287"/>
                    <a:pt x="1786" y="180"/>
                  </a:cubicBezTo>
                  <a:cubicBezTo>
                    <a:pt x="1774" y="84"/>
                    <a:pt x="1703" y="1"/>
                    <a:pt x="16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0102;p82"/>
            <p:cNvSpPr/>
            <p:nvPr/>
          </p:nvSpPr>
          <p:spPr>
            <a:xfrm>
              <a:off x="5713945" y="2132810"/>
              <a:ext cx="56880" cy="11013"/>
            </a:xfrm>
            <a:custGeom>
              <a:avLst/>
              <a:gdLst/>
              <a:ahLst/>
              <a:cxnLst/>
              <a:rect l="l" t="t" r="r" b="b"/>
              <a:pathLst>
                <a:path w="1787" h="346" extrusionOk="0">
                  <a:moveTo>
                    <a:pt x="179" y="1"/>
                  </a:moveTo>
                  <a:cubicBezTo>
                    <a:pt x="96" y="1"/>
                    <a:pt x="0" y="72"/>
                    <a:pt x="0" y="179"/>
                  </a:cubicBezTo>
                  <a:cubicBezTo>
                    <a:pt x="0" y="263"/>
                    <a:pt x="84" y="346"/>
                    <a:pt x="179" y="346"/>
                  </a:cubicBezTo>
                  <a:lnTo>
                    <a:pt x="1608" y="346"/>
                  </a:lnTo>
                  <a:cubicBezTo>
                    <a:pt x="1703" y="346"/>
                    <a:pt x="1786" y="274"/>
                    <a:pt x="1786" y="179"/>
                  </a:cubicBezTo>
                  <a:cubicBezTo>
                    <a:pt x="1774" y="72"/>
                    <a:pt x="1703" y="1"/>
                    <a:pt x="16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0103;p82"/>
            <p:cNvSpPr/>
            <p:nvPr/>
          </p:nvSpPr>
          <p:spPr>
            <a:xfrm>
              <a:off x="5663526" y="2182464"/>
              <a:ext cx="69389" cy="68625"/>
            </a:xfrm>
            <a:custGeom>
              <a:avLst/>
              <a:gdLst/>
              <a:ahLst/>
              <a:cxnLst/>
              <a:rect l="l" t="t" r="r" b="b"/>
              <a:pathLst>
                <a:path w="2180" h="2156" extrusionOk="0">
                  <a:moveTo>
                    <a:pt x="1084" y="0"/>
                  </a:moveTo>
                  <a:cubicBezTo>
                    <a:pt x="489" y="0"/>
                    <a:pt x="1" y="488"/>
                    <a:pt x="1" y="1084"/>
                  </a:cubicBezTo>
                  <a:cubicBezTo>
                    <a:pt x="1" y="1322"/>
                    <a:pt x="72" y="1548"/>
                    <a:pt x="215" y="1739"/>
                  </a:cubicBezTo>
                  <a:cubicBezTo>
                    <a:pt x="250" y="1780"/>
                    <a:pt x="300" y="1806"/>
                    <a:pt x="351" y="1806"/>
                  </a:cubicBezTo>
                  <a:cubicBezTo>
                    <a:pt x="387" y="1806"/>
                    <a:pt x="423" y="1792"/>
                    <a:pt x="453" y="1762"/>
                  </a:cubicBezTo>
                  <a:cubicBezTo>
                    <a:pt x="537" y="1715"/>
                    <a:pt x="549" y="1608"/>
                    <a:pt x="489" y="1524"/>
                  </a:cubicBezTo>
                  <a:cubicBezTo>
                    <a:pt x="382" y="1393"/>
                    <a:pt x="334" y="1250"/>
                    <a:pt x="334" y="1084"/>
                  </a:cubicBezTo>
                  <a:cubicBezTo>
                    <a:pt x="334" y="679"/>
                    <a:pt x="668" y="334"/>
                    <a:pt x="1084" y="334"/>
                  </a:cubicBezTo>
                  <a:cubicBezTo>
                    <a:pt x="1489" y="334"/>
                    <a:pt x="1823" y="667"/>
                    <a:pt x="1823" y="1084"/>
                  </a:cubicBezTo>
                  <a:cubicBezTo>
                    <a:pt x="1823" y="1334"/>
                    <a:pt x="1703" y="1560"/>
                    <a:pt x="1501" y="1691"/>
                  </a:cubicBezTo>
                  <a:cubicBezTo>
                    <a:pt x="1489" y="1691"/>
                    <a:pt x="1489" y="1715"/>
                    <a:pt x="1465" y="1715"/>
                  </a:cubicBezTo>
                  <a:lnTo>
                    <a:pt x="1453" y="1715"/>
                  </a:lnTo>
                  <a:lnTo>
                    <a:pt x="1442" y="1727"/>
                  </a:lnTo>
                  <a:lnTo>
                    <a:pt x="1430" y="1727"/>
                  </a:lnTo>
                  <a:cubicBezTo>
                    <a:pt x="1406" y="1727"/>
                    <a:pt x="1406" y="1739"/>
                    <a:pt x="1394" y="1739"/>
                  </a:cubicBezTo>
                  <a:cubicBezTo>
                    <a:pt x="1382" y="1739"/>
                    <a:pt x="1382" y="1751"/>
                    <a:pt x="1370" y="1751"/>
                  </a:cubicBezTo>
                  <a:lnTo>
                    <a:pt x="1346" y="1751"/>
                  </a:lnTo>
                  <a:cubicBezTo>
                    <a:pt x="1346" y="1751"/>
                    <a:pt x="1334" y="1751"/>
                    <a:pt x="1334" y="1774"/>
                  </a:cubicBezTo>
                  <a:lnTo>
                    <a:pt x="1322" y="1774"/>
                  </a:lnTo>
                  <a:cubicBezTo>
                    <a:pt x="1311" y="1774"/>
                    <a:pt x="1311" y="1774"/>
                    <a:pt x="1287" y="1786"/>
                  </a:cubicBezTo>
                  <a:cubicBezTo>
                    <a:pt x="1275" y="1786"/>
                    <a:pt x="1275" y="1786"/>
                    <a:pt x="1263" y="1798"/>
                  </a:cubicBezTo>
                  <a:lnTo>
                    <a:pt x="834" y="1798"/>
                  </a:lnTo>
                  <a:cubicBezTo>
                    <a:pt x="811" y="1798"/>
                    <a:pt x="811" y="1798"/>
                    <a:pt x="799" y="1786"/>
                  </a:cubicBezTo>
                  <a:cubicBezTo>
                    <a:pt x="787" y="1786"/>
                    <a:pt x="787" y="1786"/>
                    <a:pt x="775" y="1774"/>
                  </a:cubicBezTo>
                  <a:lnTo>
                    <a:pt x="751" y="1774"/>
                  </a:lnTo>
                  <a:cubicBezTo>
                    <a:pt x="732" y="1766"/>
                    <a:pt x="712" y="1762"/>
                    <a:pt x="691" y="1762"/>
                  </a:cubicBezTo>
                  <a:cubicBezTo>
                    <a:pt x="623" y="1762"/>
                    <a:pt x="555" y="1805"/>
                    <a:pt x="537" y="1870"/>
                  </a:cubicBezTo>
                  <a:cubicBezTo>
                    <a:pt x="501" y="1965"/>
                    <a:pt x="549" y="2072"/>
                    <a:pt x="632" y="2096"/>
                  </a:cubicBezTo>
                  <a:lnTo>
                    <a:pt x="656" y="2096"/>
                  </a:lnTo>
                  <a:cubicBezTo>
                    <a:pt x="668" y="2096"/>
                    <a:pt x="680" y="2108"/>
                    <a:pt x="691" y="2108"/>
                  </a:cubicBezTo>
                  <a:cubicBezTo>
                    <a:pt x="715" y="2108"/>
                    <a:pt x="727" y="2132"/>
                    <a:pt x="739" y="2132"/>
                  </a:cubicBezTo>
                  <a:lnTo>
                    <a:pt x="751" y="2132"/>
                  </a:lnTo>
                  <a:cubicBezTo>
                    <a:pt x="775" y="2132"/>
                    <a:pt x="787" y="2132"/>
                    <a:pt x="787" y="2143"/>
                  </a:cubicBezTo>
                  <a:lnTo>
                    <a:pt x="799" y="2143"/>
                  </a:lnTo>
                  <a:cubicBezTo>
                    <a:pt x="811" y="2143"/>
                    <a:pt x="834" y="2143"/>
                    <a:pt x="846" y="2155"/>
                  </a:cubicBezTo>
                  <a:lnTo>
                    <a:pt x="1156" y="2155"/>
                  </a:lnTo>
                  <a:cubicBezTo>
                    <a:pt x="1168" y="2155"/>
                    <a:pt x="1180" y="2155"/>
                    <a:pt x="1203" y="2143"/>
                  </a:cubicBezTo>
                  <a:lnTo>
                    <a:pt x="1215" y="2143"/>
                  </a:lnTo>
                  <a:cubicBezTo>
                    <a:pt x="1227" y="2143"/>
                    <a:pt x="1239" y="2143"/>
                    <a:pt x="1239" y="2132"/>
                  </a:cubicBezTo>
                  <a:lnTo>
                    <a:pt x="1263" y="2132"/>
                  </a:lnTo>
                  <a:cubicBezTo>
                    <a:pt x="1275" y="2132"/>
                    <a:pt x="1287" y="2108"/>
                    <a:pt x="1299" y="2108"/>
                  </a:cubicBezTo>
                  <a:cubicBezTo>
                    <a:pt x="1322" y="2108"/>
                    <a:pt x="1334" y="2096"/>
                    <a:pt x="1346" y="2096"/>
                  </a:cubicBezTo>
                  <a:lnTo>
                    <a:pt x="1358" y="2096"/>
                  </a:lnTo>
                  <a:cubicBezTo>
                    <a:pt x="1382" y="2096"/>
                    <a:pt x="1382" y="2084"/>
                    <a:pt x="1394" y="2084"/>
                  </a:cubicBezTo>
                  <a:lnTo>
                    <a:pt x="1406" y="2084"/>
                  </a:lnTo>
                  <a:cubicBezTo>
                    <a:pt x="1418" y="2084"/>
                    <a:pt x="1442" y="2072"/>
                    <a:pt x="1453" y="2072"/>
                  </a:cubicBezTo>
                  <a:cubicBezTo>
                    <a:pt x="1465" y="2072"/>
                    <a:pt x="1477" y="2048"/>
                    <a:pt x="1501" y="2048"/>
                  </a:cubicBezTo>
                  <a:lnTo>
                    <a:pt x="1513" y="2048"/>
                  </a:lnTo>
                  <a:cubicBezTo>
                    <a:pt x="1525" y="2048"/>
                    <a:pt x="1525" y="2036"/>
                    <a:pt x="1537" y="2036"/>
                  </a:cubicBezTo>
                  <a:lnTo>
                    <a:pt x="1561" y="2036"/>
                  </a:lnTo>
                  <a:cubicBezTo>
                    <a:pt x="1573" y="2024"/>
                    <a:pt x="1584" y="2024"/>
                    <a:pt x="1596" y="2012"/>
                  </a:cubicBezTo>
                  <a:cubicBezTo>
                    <a:pt x="1894" y="1798"/>
                    <a:pt x="2073" y="1465"/>
                    <a:pt x="2073" y="1096"/>
                  </a:cubicBezTo>
                  <a:cubicBezTo>
                    <a:pt x="2180" y="488"/>
                    <a:pt x="1692" y="0"/>
                    <a:pt x="108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rupo 32"/>
          <p:cNvGrpSpPr/>
          <p:nvPr/>
        </p:nvGrpSpPr>
        <p:grpSpPr>
          <a:xfrm>
            <a:off x="4342084" y="3898551"/>
            <a:ext cx="1278266" cy="1522446"/>
            <a:chOff x="3553103" y="806824"/>
            <a:chExt cx="4658567" cy="5020234"/>
          </a:xfrm>
        </p:grpSpPr>
        <p:grpSp>
          <p:nvGrpSpPr>
            <p:cNvPr id="34" name="Grupo 33"/>
            <p:cNvGrpSpPr/>
            <p:nvPr/>
          </p:nvGrpSpPr>
          <p:grpSpPr>
            <a:xfrm>
              <a:off x="3553103" y="806824"/>
              <a:ext cx="4658567" cy="5020234"/>
              <a:chOff x="3553103" y="806824"/>
              <a:chExt cx="4658567" cy="5020234"/>
            </a:xfrm>
            <a:solidFill>
              <a:schemeClr val="tx1"/>
            </a:solidFill>
          </p:grpSpPr>
          <p:sp>
            <p:nvSpPr>
              <p:cNvPr id="39" name="Google Shape;14750;p79"/>
              <p:cNvSpPr/>
              <p:nvPr/>
            </p:nvSpPr>
            <p:spPr>
              <a:xfrm>
                <a:off x="4177120" y="3178512"/>
                <a:ext cx="928985" cy="1462911"/>
              </a:xfrm>
              <a:custGeom>
                <a:avLst/>
                <a:gdLst/>
                <a:ahLst/>
                <a:cxnLst/>
                <a:rect l="l" t="t" r="r" b="b"/>
                <a:pathLst>
                  <a:path w="2111" h="3498" extrusionOk="0">
                    <a:moveTo>
                      <a:pt x="1071" y="725"/>
                    </a:moveTo>
                    <a:cubicBezTo>
                      <a:pt x="1260" y="725"/>
                      <a:pt x="1418" y="883"/>
                      <a:pt x="1418" y="1072"/>
                    </a:cubicBezTo>
                    <a:cubicBezTo>
                      <a:pt x="1418" y="1261"/>
                      <a:pt x="1260" y="1418"/>
                      <a:pt x="1071" y="1418"/>
                    </a:cubicBezTo>
                    <a:lnTo>
                      <a:pt x="725" y="1418"/>
                    </a:lnTo>
                    <a:lnTo>
                      <a:pt x="725" y="725"/>
                    </a:lnTo>
                    <a:close/>
                    <a:moveTo>
                      <a:pt x="347" y="0"/>
                    </a:moveTo>
                    <a:cubicBezTo>
                      <a:pt x="158" y="0"/>
                      <a:pt x="0" y="158"/>
                      <a:pt x="0" y="347"/>
                    </a:cubicBezTo>
                    <a:lnTo>
                      <a:pt x="0" y="3151"/>
                    </a:lnTo>
                    <a:cubicBezTo>
                      <a:pt x="0" y="3340"/>
                      <a:pt x="158" y="3497"/>
                      <a:pt x="347" y="3497"/>
                    </a:cubicBezTo>
                    <a:cubicBezTo>
                      <a:pt x="536" y="3497"/>
                      <a:pt x="693" y="3340"/>
                      <a:pt x="693" y="3151"/>
                    </a:cubicBezTo>
                    <a:lnTo>
                      <a:pt x="693" y="2080"/>
                    </a:lnTo>
                    <a:lnTo>
                      <a:pt x="1071" y="2080"/>
                    </a:lnTo>
                    <a:cubicBezTo>
                      <a:pt x="1638" y="2080"/>
                      <a:pt x="2111" y="1607"/>
                      <a:pt x="2111" y="1040"/>
                    </a:cubicBezTo>
                    <a:cubicBezTo>
                      <a:pt x="2111" y="473"/>
                      <a:pt x="1670" y="0"/>
                      <a:pt x="10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4752;p79"/>
              <p:cNvSpPr/>
              <p:nvPr/>
            </p:nvSpPr>
            <p:spPr>
              <a:xfrm>
                <a:off x="5421538" y="3178512"/>
                <a:ext cx="929425" cy="1462911"/>
              </a:xfrm>
              <a:custGeom>
                <a:avLst/>
                <a:gdLst/>
                <a:ahLst/>
                <a:cxnLst/>
                <a:rect l="l" t="t" r="r" b="b"/>
                <a:pathLst>
                  <a:path w="2112" h="3498" extrusionOk="0">
                    <a:moveTo>
                      <a:pt x="1072" y="725"/>
                    </a:moveTo>
                    <a:cubicBezTo>
                      <a:pt x="1261" y="725"/>
                      <a:pt x="1418" y="883"/>
                      <a:pt x="1418" y="1072"/>
                    </a:cubicBezTo>
                    <a:lnTo>
                      <a:pt x="1418" y="2458"/>
                    </a:lnTo>
                    <a:cubicBezTo>
                      <a:pt x="1418" y="2647"/>
                      <a:pt x="1261" y="2804"/>
                      <a:pt x="1072" y="2804"/>
                    </a:cubicBezTo>
                    <a:lnTo>
                      <a:pt x="694" y="2804"/>
                    </a:lnTo>
                    <a:lnTo>
                      <a:pt x="694" y="725"/>
                    </a:lnTo>
                    <a:close/>
                    <a:moveTo>
                      <a:pt x="347" y="0"/>
                    </a:moveTo>
                    <a:cubicBezTo>
                      <a:pt x="158" y="0"/>
                      <a:pt x="0" y="158"/>
                      <a:pt x="0" y="347"/>
                    </a:cubicBezTo>
                    <a:lnTo>
                      <a:pt x="0" y="3151"/>
                    </a:lnTo>
                    <a:cubicBezTo>
                      <a:pt x="0" y="3340"/>
                      <a:pt x="158" y="3497"/>
                      <a:pt x="347" y="3497"/>
                    </a:cubicBezTo>
                    <a:lnTo>
                      <a:pt x="1040" y="3497"/>
                    </a:lnTo>
                    <a:cubicBezTo>
                      <a:pt x="1639" y="3497"/>
                      <a:pt x="2111" y="3025"/>
                      <a:pt x="2111" y="2458"/>
                    </a:cubicBezTo>
                    <a:lnTo>
                      <a:pt x="2111" y="1040"/>
                    </a:lnTo>
                    <a:cubicBezTo>
                      <a:pt x="2111" y="473"/>
                      <a:pt x="1639"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753;p79"/>
              <p:cNvSpPr/>
              <p:nvPr/>
            </p:nvSpPr>
            <p:spPr>
              <a:xfrm>
                <a:off x="3553103" y="806824"/>
                <a:ext cx="4658567" cy="5020234"/>
              </a:xfrm>
              <a:custGeom>
                <a:avLst/>
                <a:gdLst/>
                <a:ahLst/>
                <a:cxnLst/>
                <a:rect l="l" t="t" r="r" b="b"/>
                <a:pathLst>
                  <a:path w="10586" h="12004" extrusionOk="0">
                    <a:moveTo>
                      <a:pt x="7751" y="1229"/>
                    </a:moveTo>
                    <a:lnTo>
                      <a:pt x="8664" y="2143"/>
                    </a:lnTo>
                    <a:lnTo>
                      <a:pt x="7751" y="2143"/>
                    </a:lnTo>
                    <a:lnTo>
                      <a:pt x="7751" y="1229"/>
                    </a:lnTo>
                    <a:close/>
                    <a:moveTo>
                      <a:pt x="7089" y="725"/>
                    </a:moveTo>
                    <a:lnTo>
                      <a:pt x="7089" y="2489"/>
                    </a:lnTo>
                    <a:cubicBezTo>
                      <a:pt x="7089" y="2678"/>
                      <a:pt x="7246" y="2836"/>
                      <a:pt x="7436" y="2836"/>
                    </a:cubicBezTo>
                    <a:lnTo>
                      <a:pt x="9200" y="2836"/>
                    </a:lnTo>
                    <a:lnTo>
                      <a:pt x="9200" y="4254"/>
                    </a:lnTo>
                    <a:lnTo>
                      <a:pt x="1481" y="4254"/>
                    </a:lnTo>
                    <a:lnTo>
                      <a:pt x="1481" y="725"/>
                    </a:lnTo>
                    <a:close/>
                    <a:moveTo>
                      <a:pt x="9893" y="4978"/>
                    </a:moveTo>
                    <a:lnTo>
                      <a:pt x="9893" y="9893"/>
                    </a:lnTo>
                    <a:lnTo>
                      <a:pt x="756" y="9893"/>
                    </a:lnTo>
                    <a:lnTo>
                      <a:pt x="756" y="4978"/>
                    </a:lnTo>
                    <a:close/>
                    <a:moveTo>
                      <a:pt x="9168" y="10586"/>
                    </a:moveTo>
                    <a:lnTo>
                      <a:pt x="9168" y="11311"/>
                    </a:lnTo>
                    <a:lnTo>
                      <a:pt x="1450" y="11311"/>
                    </a:lnTo>
                    <a:lnTo>
                      <a:pt x="1450" y="10586"/>
                    </a:lnTo>
                    <a:close/>
                    <a:moveTo>
                      <a:pt x="1072" y="1"/>
                    </a:moveTo>
                    <a:cubicBezTo>
                      <a:pt x="851" y="1"/>
                      <a:pt x="725" y="158"/>
                      <a:pt x="725" y="347"/>
                    </a:cubicBezTo>
                    <a:lnTo>
                      <a:pt x="725" y="4254"/>
                    </a:lnTo>
                    <a:lnTo>
                      <a:pt x="347" y="4254"/>
                    </a:lnTo>
                    <a:cubicBezTo>
                      <a:pt x="158" y="4254"/>
                      <a:pt x="0" y="4411"/>
                      <a:pt x="0" y="4600"/>
                    </a:cubicBezTo>
                    <a:lnTo>
                      <a:pt x="0" y="10240"/>
                    </a:lnTo>
                    <a:cubicBezTo>
                      <a:pt x="0" y="10429"/>
                      <a:pt x="158" y="10586"/>
                      <a:pt x="347" y="10586"/>
                    </a:cubicBezTo>
                    <a:lnTo>
                      <a:pt x="725" y="10586"/>
                    </a:lnTo>
                    <a:lnTo>
                      <a:pt x="725" y="11657"/>
                    </a:lnTo>
                    <a:cubicBezTo>
                      <a:pt x="725" y="11846"/>
                      <a:pt x="851" y="12004"/>
                      <a:pt x="1072" y="12004"/>
                    </a:cubicBezTo>
                    <a:lnTo>
                      <a:pt x="9483" y="12004"/>
                    </a:lnTo>
                    <a:cubicBezTo>
                      <a:pt x="9672" y="12004"/>
                      <a:pt x="9830" y="11846"/>
                      <a:pt x="9830" y="11657"/>
                    </a:cubicBezTo>
                    <a:lnTo>
                      <a:pt x="9830" y="10586"/>
                    </a:lnTo>
                    <a:lnTo>
                      <a:pt x="10208" y="10586"/>
                    </a:lnTo>
                    <a:cubicBezTo>
                      <a:pt x="10397" y="10586"/>
                      <a:pt x="10555" y="10429"/>
                      <a:pt x="10555" y="10240"/>
                    </a:cubicBezTo>
                    <a:lnTo>
                      <a:pt x="10555" y="4600"/>
                    </a:lnTo>
                    <a:cubicBezTo>
                      <a:pt x="10586" y="4411"/>
                      <a:pt x="10428" y="4254"/>
                      <a:pt x="10239" y="4254"/>
                    </a:cubicBezTo>
                    <a:lnTo>
                      <a:pt x="9893" y="4254"/>
                    </a:lnTo>
                    <a:lnTo>
                      <a:pt x="9893" y="2489"/>
                    </a:lnTo>
                    <a:cubicBezTo>
                      <a:pt x="9893" y="2395"/>
                      <a:pt x="9830" y="2300"/>
                      <a:pt x="9767" y="2237"/>
                    </a:cubicBezTo>
                    <a:lnTo>
                      <a:pt x="7656" y="127"/>
                    </a:lnTo>
                    <a:cubicBezTo>
                      <a:pt x="7562" y="32"/>
                      <a:pt x="7499" y="1"/>
                      <a:pt x="740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rupo 34"/>
            <p:cNvGrpSpPr/>
            <p:nvPr/>
          </p:nvGrpSpPr>
          <p:grpSpPr>
            <a:xfrm>
              <a:off x="6816824" y="3125348"/>
              <a:ext cx="928985" cy="1516075"/>
              <a:chOff x="9600767" y="3125347"/>
              <a:chExt cx="928985" cy="1516075"/>
            </a:xfrm>
          </p:grpSpPr>
          <p:sp>
            <p:nvSpPr>
              <p:cNvPr id="36" name="Rectángulo redondeado 35"/>
              <p:cNvSpPr/>
              <p:nvPr/>
            </p:nvSpPr>
            <p:spPr>
              <a:xfrm>
                <a:off x="9600767" y="3178511"/>
                <a:ext cx="296268" cy="146291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37" name="Rectángulo redondeado 36"/>
              <p:cNvSpPr/>
              <p:nvPr/>
            </p:nvSpPr>
            <p:spPr>
              <a:xfrm>
                <a:off x="9600767" y="3125347"/>
                <a:ext cx="928985" cy="352959"/>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38" name="Rectángulo redondeado 37"/>
              <p:cNvSpPr/>
              <p:nvPr/>
            </p:nvSpPr>
            <p:spPr>
              <a:xfrm>
                <a:off x="9600767" y="3717225"/>
                <a:ext cx="739316" cy="29896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grpSp>
      </p:grpSp>
    </p:spTree>
    <p:extLst>
      <p:ext uri="{BB962C8B-B14F-4D97-AF65-F5344CB8AC3E}">
        <p14:creationId xmlns:p14="http://schemas.microsoft.com/office/powerpoint/2010/main" val="3388669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42683" y="1219200"/>
            <a:ext cx="1470212" cy="2031325"/>
          </a:xfrm>
          <a:prstGeom prst="rect">
            <a:avLst/>
          </a:prstGeom>
          <a:noFill/>
        </p:spPr>
        <p:txBody>
          <a:bodyPr wrap="square" rtlCol="0">
            <a:spAutoFit/>
          </a:bodyPr>
          <a:lstStyle/>
          <a:p>
            <a:r>
              <a:rPr lang="en-US" b="1" dirty="0"/>
              <a:t>Procesador</a:t>
            </a:r>
          </a:p>
          <a:p>
            <a:endParaRPr lang="es-VE" dirty="0"/>
          </a:p>
          <a:p>
            <a:r>
              <a:rPr lang="en-US" dirty="0"/>
              <a:t>AMD </a:t>
            </a:r>
            <a:endParaRPr lang="es-VE" dirty="0"/>
          </a:p>
          <a:p>
            <a:r>
              <a:rPr lang="en-US" dirty="0"/>
              <a:t>Phenom II </a:t>
            </a:r>
            <a:endParaRPr lang="es-VE" dirty="0"/>
          </a:p>
          <a:p>
            <a:r>
              <a:rPr lang="en-US" dirty="0"/>
              <a:t>X2 B59 </a:t>
            </a:r>
            <a:endParaRPr lang="es-VE" dirty="0"/>
          </a:p>
          <a:p>
            <a:r>
              <a:rPr lang="en-US" dirty="0"/>
              <a:t>Doble Núcleo </a:t>
            </a:r>
            <a:endParaRPr lang="es-VE" dirty="0"/>
          </a:p>
          <a:p>
            <a:r>
              <a:rPr lang="en-US" dirty="0"/>
              <a:t>3.40GHz  </a:t>
            </a:r>
            <a:endParaRPr lang="es-VE" dirty="0"/>
          </a:p>
        </p:txBody>
      </p:sp>
      <p:sp>
        <p:nvSpPr>
          <p:cNvPr id="3" name="CuadroTexto 2"/>
          <p:cNvSpPr txBox="1"/>
          <p:nvPr/>
        </p:nvSpPr>
        <p:spPr>
          <a:xfrm>
            <a:off x="2734237" y="1219200"/>
            <a:ext cx="1604682" cy="2308324"/>
          </a:xfrm>
          <a:prstGeom prst="rect">
            <a:avLst/>
          </a:prstGeom>
          <a:noFill/>
        </p:spPr>
        <p:txBody>
          <a:bodyPr wrap="square" rtlCol="0">
            <a:spAutoFit/>
          </a:bodyPr>
          <a:lstStyle/>
          <a:p>
            <a:r>
              <a:rPr lang="en-US" b="1" dirty="0"/>
              <a:t> Procesador </a:t>
            </a:r>
            <a:endParaRPr lang="es-VE" dirty="0"/>
          </a:p>
          <a:p>
            <a:r>
              <a:rPr lang="en-US" dirty="0"/>
              <a:t>Intel </a:t>
            </a:r>
            <a:endParaRPr lang="es-VE" dirty="0"/>
          </a:p>
          <a:p>
            <a:r>
              <a:rPr lang="en-US" dirty="0"/>
              <a:t>Inside, </a:t>
            </a:r>
            <a:endParaRPr lang="es-VE" dirty="0"/>
          </a:p>
          <a:p>
            <a:r>
              <a:rPr lang="en-US" dirty="0"/>
              <a:t>Pentium </a:t>
            </a:r>
            <a:endParaRPr lang="es-VE" dirty="0"/>
          </a:p>
          <a:p>
            <a:r>
              <a:rPr lang="en-US" dirty="0"/>
              <a:t>Dual Core </a:t>
            </a:r>
            <a:endParaRPr lang="es-VE" dirty="0"/>
          </a:p>
          <a:p>
            <a:r>
              <a:rPr lang="en-US" dirty="0"/>
              <a:t>Doble Núcleo </a:t>
            </a:r>
            <a:endParaRPr lang="es-VE" dirty="0"/>
          </a:p>
          <a:p>
            <a:r>
              <a:rPr lang="en-US" dirty="0"/>
              <a:t>2.80GHz </a:t>
            </a:r>
            <a:endParaRPr lang="es-VE" dirty="0"/>
          </a:p>
          <a:p>
            <a:endParaRPr lang="es-VE" dirty="0"/>
          </a:p>
        </p:txBody>
      </p:sp>
      <p:sp>
        <p:nvSpPr>
          <p:cNvPr id="4" name="CuadroTexto 3"/>
          <p:cNvSpPr txBox="1"/>
          <p:nvPr/>
        </p:nvSpPr>
        <p:spPr>
          <a:xfrm>
            <a:off x="3191433" y="127757"/>
            <a:ext cx="4876800" cy="1200329"/>
          </a:xfrm>
          <a:prstGeom prst="rect">
            <a:avLst/>
          </a:prstGeom>
          <a:noFill/>
        </p:spPr>
        <p:txBody>
          <a:bodyPr wrap="square" rtlCol="0">
            <a:spAutoFit/>
          </a:bodyPr>
          <a:lstStyle/>
          <a:p>
            <a:pPr algn="ctr"/>
            <a:r>
              <a:rPr lang="es-ES" b="1" dirty="0"/>
              <a:t>Entorno tecnologico</a:t>
            </a:r>
          </a:p>
          <a:p>
            <a:pPr algn="ctr"/>
            <a:endParaRPr lang="es-ES" b="1" dirty="0"/>
          </a:p>
          <a:p>
            <a:pPr algn="ctr"/>
            <a:r>
              <a:rPr lang="en-US" b="1" dirty="0"/>
              <a:t>Descripción de la Tecnología Dispositi</a:t>
            </a:r>
            <a:r>
              <a:rPr lang="es-ES" b="1" dirty="0"/>
              <a:t>v</a:t>
            </a:r>
            <a:r>
              <a:rPr lang="en-US" b="1" dirty="0"/>
              <a:t>o </a:t>
            </a:r>
            <a:endParaRPr lang="es-VE" dirty="0"/>
          </a:p>
          <a:p>
            <a:endParaRPr lang="es-VE" dirty="0"/>
          </a:p>
        </p:txBody>
      </p:sp>
      <p:sp>
        <p:nvSpPr>
          <p:cNvPr id="5" name="CuadroTexto 4"/>
          <p:cNvSpPr txBox="1"/>
          <p:nvPr/>
        </p:nvSpPr>
        <p:spPr>
          <a:xfrm>
            <a:off x="9166085" y="817024"/>
            <a:ext cx="1721224" cy="2308324"/>
          </a:xfrm>
          <a:prstGeom prst="rect">
            <a:avLst/>
          </a:prstGeom>
          <a:noFill/>
        </p:spPr>
        <p:txBody>
          <a:bodyPr wrap="square" rtlCol="0">
            <a:spAutoFit/>
          </a:bodyPr>
          <a:lstStyle/>
          <a:p>
            <a:r>
              <a:rPr lang="en-US" b="1" dirty="0"/>
              <a:t>Disco duro </a:t>
            </a:r>
            <a:endParaRPr lang="es-VE" dirty="0"/>
          </a:p>
          <a:p>
            <a:r>
              <a:rPr lang="en-US" dirty="0"/>
              <a:t>Hitachi, </a:t>
            </a:r>
            <a:endParaRPr lang="es-VE" dirty="0"/>
          </a:p>
          <a:p>
            <a:r>
              <a:rPr lang="en-US" dirty="0"/>
              <a:t>Western </a:t>
            </a:r>
            <a:endParaRPr lang="es-VE" dirty="0"/>
          </a:p>
          <a:p>
            <a:r>
              <a:rPr lang="en-US" dirty="0"/>
              <a:t>Unión, </a:t>
            </a:r>
            <a:endParaRPr lang="es-VE" dirty="0"/>
          </a:p>
          <a:p>
            <a:r>
              <a:rPr lang="en-US" dirty="0"/>
              <a:t>Samsung. </a:t>
            </a:r>
            <a:endParaRPr lang="es-VE" dirty="0"/>
          </a:p>
          <a:p>
            <a:r>
              <a:rPr lang="en-US" dirty="0"/>
              <a:t>Mecánico </a:t>
            </a:r>
            <a:endParaRPr lang="es-VE" dirty="0"/>
          </a:p>
          <a:p>
            <a:r>
              <a:rPr lang="en-US" dirty="0"/>
              <a:t>80Gb~500Gb </a:t>
            </a:r>
            <a:endParaRPr lang="es-VE" dirty="0"/>
          </a:p>
          <a:p>
            <a:endParaRPr lang="es-VE" dirty="0"/>
          </a:p>
        </p:txBody>
      </p:sp>
      <p:sp>
        <p:nvSpPr>
          <p:cNvPr id="6" name="CuadroTexto 5"/>
          <p:cNvSpPr txBox="1"/>
          <p:nvPr/>
        </p:nvSpPr>
        <p:spPr>
          <a:xfrm>
            <a:off x="4554072" y="1219200"/>
            <a:ext cx="4984376" cy="1200329"/>
          </a:xfrm>
          <a:prstGeom prst="rect">
            <a:avLst/>
          </a:prstGeom>
          <a:noFill/>
        </p:spPr>
        <p:txBody>
          <a:bodyPr wrap="square" rtlCol="0">
            <a:spAutoFit/>
          </a:bodyPr>
          <a:lstStyle/>
          <a:p>
            <a:r>
              <a:rPr lang="en-US" b="1" dirty="0"/>
              <a:t>Memoria </a:t>
            </a:r>
            <a:endParaRPr lang="es-VE" dirty="0"/>
          </a:p>
          <a:p>
            <a:r>
              <a:rPr lang="en-US" b="1" dirty="0"/>
              <a:t>RAM </a:t>
            </a:r>
            <a:endParaRPr lang="es-VE" dirty="0"/>
          </a:p>
          <a:p>
            <a:r>
              <a:rPr lang="en-US" dirty="0"/>
              <a:t>Kingston,  DDR2 1Gb 1600MHz41</a:t>
            </a:r>
            <a:endParaRPr lang="es-VE" dirty="0"/>
          </a:p>
          <a:p>
            <a:r>
              <a:rPr lang="en-US" dirty="0"/>
              <a:t>Markvision, Hynix</a:t>
            </a:r>
            <a:r>
              <a:rPr lang="es-ES" dirty="0"/>
              <a:t>,</a:t>
            </a:r>
            <a:r>
              <a:rPr lang="en-US" dirty="0"/>
              <a:t>DDR3  2Gb  1600MHz41</a:t>
            </a:r>
            <a:endParaRPr lang="es-VE" dirty="0"/>
          </a:p>
        </p:txBody>
      </p:sp>
      <p:sp>
        <p:nvSpPr>
          <p:cNvPr id="7" name="CuadroTexto 6"/>
          <p:cNvSpPr txBox="1"/>
          <p:nvPr/>
        </p:nvSpPr>
        <p:spPr>
          <a:xfrm>
            <a:off x="6782259" y="3877183"/>
            <a:ext cx="1945343" cy="1477328"/>
          </a:xfrm>
          <a:prstGeom prst="rect">
            <a:avLst/>
          </a:prstGeom>
          <a:noFill/>
        </p:spPr>
        <p:txBody>
          <a:bodyPr wrap="square" rtlCol="0">
            <a:spAutoFit/>
          </a:bodyPr>
          <a:lstStyle/>
          <a:p>
            <a:r>
              <a:rPr lang="en-US" b="1" dirty="0"/>
              <a:t>Fuente de </a:t>
            </a:r>
            <a:endParaRPr lang="es-VE" dirty="0"/>
          </a:p>
          <a:p>
            <a:r>
              <a:rPr lang="en-US" b="1" dirty="0"/>
              <a:t>energía </a:t>
            </a:r>
            <a:endParaRPr lang="es-VE" dirty="0"/>
          </a:p>
          <a:p>
            <a:r>
              <a:rPr lang="en-US" dirty="0"/>
              <a:t>HP y Genéricas  HP </a:t>
            </a:r>
            <a:endParaRPr lang="es-VE" dirty="0"/>
          </a:p>
          <a:p>
            <a:r>
              <a:rPr lang="en-US" dirty="0"/>
              <a:t>350W~500W </a:t>
            </a:r>
            <a:endParaRPr lang="es-VE" dirty="0"/>
          </a:p>
          <a:p>
            <a:endParaRPr lang="es-VE" dirty="0"/>
          </a:p>
        </p:txBody>
      </p:sp>
      <p:sp>
        <p:nvSpPr>
          <p:cNvPr id="9" name="CuadroTexto 8"/>
          <p:cNvSpPr txBox="1"/>
          <p:nvPr/>
        </p:nvSpPr>
        <p:spPr>
          <a:xfrm>
            <a:off x="4029637" y="3789282"/>
            <a:ext cx="2371167" cy="1477328"/>
          </a:xfrm>
          <a:prstGeom prst="rect">
            <a:avLst/>
          </a:prstGeom>
          <a:noFill/>
        </p:spPr>
        <p:txBody>
          <a:bodyPr wrap="square" rtlCol="0">
            <a:spAutoFit/>
          </a:bodyPr>
          <a:lstStyle/>
          <a:p>
            <a:r>
              <a:rPr lang="en-US" b="1" dirty="0"/>
              <a:t>Impresora </a:t>
            </a:r>
            <a:endParaRPr lang="es-VE" dirty="0"/>
          </a:p>
          <a:p>
            <a:r>
              <a:rPr lang="en-US" dirty="0"/>
              <a:t>Canon </a:t>
            </a:r>
            <a:endParaRPr lang="es-VE" dirty="0"/>
          </a:p>
          <a:p>
            <a:r>
              <a:rPr lang="en-US" dirty="0"/>
              <a:t>ImageRunner </a:t>
            </a:r>
            <a:endParaRPr lang="es-VE" dirty="0"/>
          </a:p>
          <a:p>
            <a:r>
              <a:rPr lang="en-US" dirty="0"/>
              <a:t>Información por USB </a:t>
            </a:r>
            <a:endParaRPr lang="es-VE" dirty="0"/>
          </a:p>
          <a:p>
            <a:endParaRPr lang="es-VE" dirty="0"/>
          </a:p>
        </p:txBody>
      </p:sp>
      <p:sp>
        <p:nvSpPr>
          <p:cNvPr id="10" name="CuadroTexto 9"/>
          <p:cNvSpPr txBox="1"/>
          <p:nvPr/>
        </p:nvSpPr>
        <p:spPr>
          <a:xfrm>
            <a:off x="837284" y="4304264"/>
            <a:ext cx="1990164" cy="2031325"/>
          </a:xfrm>
          <a:prstGeom prst="rect">
            <a:avLst/>
          </a:prstGeom>
          <a:noFill/>
        </p:spPr>
        <p:txBody>
          <a:bodyPr wrap="square" rtlCol="0">
            <a:spAutoFit/>
          </a:bodyPr>
          <a:lstStyle/>
          <a:p>
            <a:r>
              <a:rPr lang="en-US" b="1" dirty="0"/>
              <a:t>Swiches </a:t>
            </a:r>
            <a:endParaRPr lang="es-VE" dirty="0"/>
          </a:p>
          <a:p>
            <a:r>
              <a:rPr lang="en-US" dirty="0"/>
              <a:t>Variados </a:t>
            </a:r>
            <a:endParaRPr lang="es-VE" dirty="0"/>
          </a:p>
          <a:p>
            <a:r>
              <a:rPr lang="en-US" dirty="0"/>
              <a:t>24-48 </a:t>
            </a:r>
            <a:endParaRPr lang="es-VE" dirty="0"/>
          </a:p>
          <a:p>
            <a:r>
              <a:rPr lang="en-US" dirty="0"/>
              <a:t>puertos de </a:t>
            </a:r>
            <a:endParaRPr lang="es-VE" dirty="0"/>
          </a:p>
          <a:p>
            <a:r>
              <a:rPr lang="en-US" dirty="0"/>
              <a:t>conexión </a:t>
            </a:r>
            <a:endParaRPr lang="es-VE" dirty="0"/>
          </a:p>
          <a:p>
            <a:r>
              <a:rPr lang="en-US" dirty="0"/>
              <a:t>10Mbps~10Gbps </a:t>
            </a:r>
            <a:endParaRPr lang="es-VE" dirty="0"/>
          </a:p>
          <a:p>
            <a:endParaRPr lang="es-VE" dirty="0"/>
          </a:p>
        </p:txBody>
      </p:sp>
      <p:sp>
        <p:nvSpPr>
          <p:cNvPr id="11" name="CuadroTexto 10"/>
          <p:cNvSpPr txBox="1"/>
          <p:nvPr/>
        </p:nvSpPr>
        <p:spPr>
          <a:xfrm>
            <a:off x="9506769" y="3883894"/>
            <a:ext cx="1344706" cy="1477328"/>
          </a:xfrm>
          <a:prstGeom prst="rect">
            <a:avLst/>
          </a:prstGeom>
          <a:noFill/>
        </p:spPr>
        <p:txBody>
          <a:bodyPr wrap="square" rtlCol="0">
            <a:spAutoFit/>
          </a:bodyPr>
          <a:lstStyle/>
          <a:p>
            <a:r>
              <a:rPr lang="en-US" b="1" dirty="0"/>
              <a:t>Internet </a:t>
            </a:r>
            <a:endParaRPr lang="es-VE" dirty="0"/>
          </a:p>
          <a:p>
            <a:r>
              <a:rPr lang="en-US" dirty="0"/>
              <a:t>CANTV </a:t>
            </a:r>
            <a:endParaRPr lang="es-VE" dirty="0"/>
          </a:p>
          <a:p>
            <a:r>
              <a:rPr lang="en-US" dirty="0"/>
              <a:t>ABA </a:t>
            </a:r>
            <a:endParaRPr lang="es-VE" dirty="0"/>
          </a:p>
          <a:p>
            <a:r>
              <a:rPr lang="en-US" dirty="0"/>
              <a:t>4Mbps </a:t>
            </a:r>
            <a:endParaRPr lang="es-VE" dirty="0"/>
          </a:p>
          <a:p>
            <a:endParaRPr lang="es-VE" dirty="0"/>
          </a:p>
        </p:txBody>
      </p:sp>
      <p:grpSp>
        <p:nvGrpSpPr>
          <p:cNvPr id="12" name="Google Shape;14716;p79"/>
          <p:cNvGrpSpPr/>
          <p:nvPr/>
        </p:nvGrpSpPr>
        <p:grpSpPr>
          <a:xfrm>
            <a:off x="1261641" y="3317751"/>
            <a:ext cx="632295" cy="701051"/>
            <a:chOff x="-44528075" y="1982825"/>
            <a:chExt cx="300900" cy="301700"/>
          </a:xfrm>
        </p:grpSpPr>
        <p:sp>
          <p:nvSpPr>
            <p:cNvPr id="13" name="Google Shape;14717;p79"/>
            <p:cNvSpPr/>
            <p:nvPr/>
          </p:nvSpPr>
          <p:spPr>
            <a:xfrm>
              <a:off x="-44528075" y="1982825"/>
              <a:ext cx="300900" cy="301700"/>
            </a:xfrm>
            <a:custGeom>
              <a:avLst/>
              <a:gdLst/>
              <a:ahLst/>
              <a:cxnLst/>
              <a:rect l="l" t="t" r="r" b="b"/>
              <a:pathLst>
                <a:path w="12036" h="12068" extrusionOk="0">
                  <a:moveTo>
                    <a:pt x="9547" y="2175"/>
                  </a:moveTo>
                  <a:cubicBezTo>
                    <a:pt x="9736" y="2175"/>
                    <a:pt x="9893" y="2332"/>
                    <a:pt x="9893" y="2521"/>
                  </a:cubicBezTo>
                  <a:lnTo>
                    <a:pt x="9893" y="9547"/>
                  </a:lnTo>
                  <a:cubicBezTo>
                    <a:pt x="9893" y="9736"/>
                    <a:pt x="9736" y="9893"/>
                    <a:pt x="9547" y="9893"/>
                  </a:cubicBezTo>
                  <a:lnTo>
                    <a:pt x="2552" y="9893"/>
                  </a:lnTo>
                  <a:cubicBezTo>
                    <a:pt x="2332" y="9893"/>
                    <a:pt x="2206" y="9736"/>
                    <a:pt x="2206" y="9547"/>
                  </a:cubicBezTo>
                  <a:lnTo>
                    <a:pt x="2206" y="2521"/>
                  </a:lnTo>
                  <a:cubicBezTo>
                    <a:pt x="2206" y="2332"/>
                    <a:pt x="2332" y="2175"/>
                    <a:pt x="2552" y="2175"/>
                  </a:cubicBezTo>
                  <a:close/>
                  <a:moveTo>
                    <a:pt x="3183" y="1"/>
                  </a:moveTo>
                  <a:cubicBezTo>
                    <a:pt x="2994" y="1"/>
                    <a:pt x="2836" y="158"/>
                    <a:pt x="2836" y="347"/>
                  </a:cubicBezTo>
                  <a:lnTo>
                    <a:pt x="2836" y="1419"/>
                  </a:lnTo>
                  <a:lnTo>
                    <a:pt x="2458" y="1419"/>
                  </a:lnTo>
                  <a:cubicBezTo>
                    <a:pt x="1891" y="1419"/>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2"/>
                    <a:pt x="1" y="4601"/>
                  </a:cubicBezTo>
                  <a:cubicBezTo>
                    <a:pt x="1" y="4821"/>
                    <a:pt x="158" y="4979"/>
                    <a:pt x="347" y="4979"/>
                  </a:cubicBezTo>
                  <a:lnTo>
                    <a:pt x="1418" y="4979"/>
                  </a:lnTo>
                  <a:lnTo>
                    <a:pt x="1418" y="5672"/>
                  </a:lnTo>
                  <a:lnTo>
                    <a:pt x="347" y="5672"/>
                  </a:lnTo>
                  <a:cubicBezTo>
                    <a:pt x="158" y="5672"/>
                    <a:pt x="1" y="5829"/>
                    <a:pt x="1" y="6018"/>
                  </a:cubicBezTo>
                  <a:cubicBezTo>
                    <a:pt x="1" y="6239"/>
                    <a:pt x="158" y="6396"/>
                    <a:pt x="347" y="6396"/>
                  </a:cubicBezTo>
                  <a:lnTo>
                    <a:pt x="1418" y="6396"/>
                  </a:lnTo>
                  <a:lnTo>
                    <a:pt x="1418" y="7090"/>
                  </a:lnTo>
                  <a:lnTo>
                    <a:pt x="347" y="7090"/>
                  </a:lnTo>
                  <a:cubicBezTo>
                    <a:pt x="158" y="7090"/>
                    <a:pt x="1" y="7247"/>
                    <a:pt x="1" y="7436"/>
                  </a:cubicBezTo>
                  <a:cubicBezTo>
                    <a:pt x="1" y="7657"/>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50"/>
                    <a:pt x="2458" y="10650"/>
                  </a:cubicBezTo>
                  <a:lnTo>
                    <a:pt x="2836" y="10650"/>
                  </a:lnTo>
                  <a:lnTo>
                    <a:pt x="2836" y="11689"/>
                  </a:lnTo>
                  <a:cubicBezTo>
                    <a:pt x="2836" y="11910"/>
                    <a:pt x="2994" y="12067"/>
                    <a:pt x="3183" y="12067"/>
                  </a:cubicBezTo>
                  <a:cubicBezTo>
                    <a:pt x="3372" y="12067"/>
                    <a:pt x="3529" y="11910"/>
                    <a:pt x="3529" y="11689"/>
                  </a:cubicBezTo>
                  <a:lnTo>
                    <a:pt x="3529" y="10555"/>
                  </a:lnTo>
                  <a:lnTo>
                    <a:pt x="4254" y="10555"/>
                  </a:lnTo>
                  <a:lnTo>
                    <a:pt x="4254" y="11626"/>
                  </a:lnTo>
                  <a:cubicBezTo>
                    <a:pt x="4254" y="11815"/>
                    <a:pt x="4411" y="11973"/>
                    <a:pt x="4600" y="11973"/>
                  </a:cubicBezTo>
                  <a:cubicBezTo>
                    <a:pt x="4789" y="11973"/>
                    <a:pt x="4947" y="11815"/>
                    <a:pt x="4947" y="11626"/>
                  </a:cubicBezTo>
                  <a:lnTo>
                    <a:pt x="4947" y="10555"/>
                  </a:lnTo>
                  <a:lnTo>
                    <a:pt x="5671" y="10555"/>
                  </a:lnTo>
                  <a:lnTo>
                    <a:pt x="5671" y="11626"/>
                  </a:lnTo>
                  <a:cubicBezTo>
                    <a:pt x="5671" y="11815"/>
                    <a:pt x="5829" y="11973"/>
                    <a:pt x="6018" y="11973"/>
                  </a:cubicBezTo>
                  <a:cubicBezTo>
                    <a:pt x="6207" y="11973"/>
                    <a:pt x="6365" y="11815"/>
                    <a:pt x="6365" y="11626"/>
                  </a:cubicBezTo>
                  <a:lnTo>
                    <a:pt x="6365" y="10555"/>
                  </a:lnTo>
                  <a:lnTo>
                    <a:pt x="7089" y="10555"/>
                  </a:lnTo>
                  <a:lnTo>
                    <a:pt x="7089" y="11626"/>
                  </a:lnTo>
                  <a:cubicBezTo>
                    <a:pt x="7089" y="11815"/>
                    <a:pt x="7247" y="11973"/>
                    <a:pt x="7436" y="11973"/>
                  </a:cubicBezTo>
                  <a:cubicBezTo>
                    <a:pt x="7625" y="11973"/>
                    <a:pt x="7782" y="11815"/>
                    <a:pt x="7782" y="11626"/>
                  </a:cubicBezTo>
                  <a:lnTo>
                    <a:pt x="7782" y="10555"/>
                  </a:lnTo>
                  <a:lnTo>
                    <a:pt x="8507" y="10555"/>
                  </a:lnTo>
                  <a:lnTo>
                    <a:pt x="8507" y="11626"/>
                  </a:lnTo>
                  <a:cubicBezTo>
                    <a:pt x="8507" y="11815"/>
                    <a:pt x="8664" y="11973"/>
                    <a:pt x="8853" y="11973"/>
                  </a:cubicBezTo>
                  <a:cubicBezTo>
                    <a:pt x="9042" y="11973"/>
                    <a:pt x="9200" y="11815"/>
                    <a:pt x="9200" y="11626"/>
                  </a:cubicBezTo>
                  <a:lnTo>
                    <a:pt x="9200" y="10555"/>
                  </a:lnTo>
                  <a:lnTo>
                    <a:pt x="9547" y="10555"/>
                  </a:lnTo>
                  <a:cubicBezTo>
                    <a:pt x="10145" y="10555"/>
                    <a:pt x="10618" y="10082"/>
                    <a:pt x="10618" y="9484"/>
                  </a:cubicBezTo>
                  <a:lnTo>
                    <a:pt x="10618" y="9137"/>
                  </a:lnTo>
                  <a:lnTo>
                    <a:pt x="11689" y="9137"/>
                  </a:lnTo>
                  <a:cubicBezTo>
                    <a:pt x="11878" y="9137"/>
                    <a:pt x="12035" y="8980"/>
                    <a:pt x="12035" y="8791"/>
                  </a:cubicBezTo>
                  <a:cubicBezTo>
                    <a:pt x="12035" y="8602"/>
                    <a:pt x="11878" y="8444"/>
                    <a:pt x="11689" y="8444"/>
                  </a:cubicBezTo>
                  <a:lnTo>
                    <a:pt x="10618" y="8444"/>
                  </a:lnTo>
                  <a:lnTo>
                    <a:pt x="10618" y="7720"/>
                  </a:lnTo>
                  <a:lnTo>
                    <a:pt x="11689" y="7720"/>
                  </a:lnTo>
                  <a:cubicBezTo>
                    <a:pt x="11878" y="7720"/>
                    <a:pt x="12035" y="7562"/>
                    <a:pt x="12035" y="7373"/>
                  </a:cubicBezTo>
                  <a:cubicBezTo>
                    <a:pt x="12035" y="7153"/>
                    <a:pt x="11878" y="6995"/>
                    <a:pt x="11689" y="6995"/>
                  </a:cubicBezTo>
                  <a:lnTo>
                    <a:pt x="10618" y="6995"/>
                  </a:lnTo>
                  <a:lnTo>
                    <a:pt x="10618" y="6302"/>
                  </a:lnTo>
                  <a:lnTo>
                    <a:pt x="11689" y="6302"/>
                  </a:lnTo>
                  <a:cubicBezTo>
                    <a:pt x="11878" y="6302"/>
                    <a:pt x="12035" y="6144"/>
                    <a:pt x="12035" y="5955"/>
                  </a:cubicBezTo>
                  <a:cubicBezTo>
                    <a:pt x="12035" y="5735"/>
                    <a:pt x="11878" y="5577"/>
                    <a:pt x="11689" y="5577"/>
                  </a:cubicBezTo>
                  <a:lnTo>
                    <a:pt x="10618" y="5577"/>
                  </a:lnTo>
                  <a:lnTo>
                    <a:pt x="10618" y="4884"/>
                  </a:lnTo>
                  <a:lnTo>
                    <a:pt x="11689" y="4884"/>
                  </a:lnTo>
                  <a:lnTo>
                    <a:pt x="11689" y="4979"/>
                  </a:lnTo>
                  <a:cubicBezTo>
                    <a:pt x="11878" y="4979"/>
                    <a:pt x="12035" y="4821"/>
                    <a:pt x="12035" y="4601"/>
                  </a:cubicBezTo>
                  <a:cubicBezTo>
                    <a:pt x="12035" y="4412"/>
                    <a:pt x="11878" y="4254"/>
                    <a:pt x="11689" y="4254"/>
                  </a:cubicBezTo>
                  <a:lnTo>
                    <a:pt x="10618" y="4254"/>
                  </a:lnTo>
                  <a:lnTo>
                    <a:pt x="10618" y="3529"/>
                  </a:lnTo>
                  <a:lnTo>
                    <a:pt x="11689" y="3529"/>
                  </a:lnTo>
                  <a:cubicBezTo>
                    <a:pt x="11878" y="3529"/>
                    <a:pt x="12035" y="3372"/>
                    <a:pt x="12035" y="3183"/>
                  </a:cubicBezTo>
                  <a:cubicBezTo>
                    <a:pt x="12035" y="2994"/>
                    <a:pt x="11878" y="2836"/>
                    <a:pt x="11689" y="2836"/>
                  </a:cubicBezTo>
                  <a:lnTo>
                    <a:pt x="10618" y="2836"/>
                  </a:lnTo>
                  <a:lnTo>
                    <a:pt x="10618" y="2490"/>
                  </a:lnTo>
                  <a:cubicBezTo>
                    <a:pt x="10618" y="1891"/>
                    <a:pt x="10145" y="1419"/>
                    <a:pt x="9547" y="1419"/>
                  </a:cubicBezTo>
                  <a:lnTo>
                    <a:pt x="9200" y="1419"/>
                  </a:lnTo>
                  <a:lnTo>
                    <a:pt x="9200" y="347"/>
                  </a:lnTo>
                  <a:cubicBezTo>
                    <a:pt x="9200" y="158"/>
                    <a:pt x="9042" y="1"/>
                    <a:pt x="8853" y="1"/>
                  </a:cubicBezTo>
                  <a:cubicBezTo>
                    <a:pt x="8664" y="1"/>
                    <a:pt x="8507" y="158"/>
                    <a:pt x="8507" y="347"/>
                  </a:cubicBezTo>
                  <a:lnTo>
                    <a:pt x="8507" y="1419"/>
                  </a:lnTo>
                  <a:lnTo>
                    <a:pt x="7782" y="1419"/>
                  </a:lnTo>
                  <a:lnTo>
                    <a:pt x="7782" y="347"/>
                  </a:lnTo>
                  <a:cubicBezTo>
                    <a:pt x="7782" y="158"/>
                    <a:pt x="7625" y="1"/>
                    <a:pt x="7436" y="1"/>
                  </a:cubicBezTo>
                  <a:cubicBezTo>
                    <a:pt x="7247" y="1"/>
                    <a:pt x="7089" y="158"/>
                    <a:pt x="7089" y="347"/>
                  </a:cubicBezTo>
                  <a:lnTo>
                    <a:pt x="7089" y="1419"/>
                  </a:lnTo>
                  <a:lnTo>
                    <a:pt x="6365" y="1419"/>
                  </a:lnTo>
                  <a:lnTo>
                    <a:pt x="6365" y="347"/>
                  </a:lnTo>
                  <a:cubicBezTo>
                    <a:pt x="6365" y="158"/>
                    <a:pt x="6207" y="1"/>
                    <a:pt x="6018" y="1"/>
                  </a:cubicBezTo>
                  <a:cubicBezTo>
                    <a:pt x="5829" y="1"/>
                    <a:pt x="5671" y="158"/>
                    <a:pt x="5671" y="347"/>
                  </a:cubicBezTo>
                  <a:lnTo>
                    <a:pt x="5671" y="1419"/>
                  </a:lnTo>
                  <a:lnTo>
                    <a:pt x="4947" y="1419"/>
                  </a:lnTo>
                  <a:lnTo>
                    <a:pt x="4947" y="347"/>
                  </a:lnTo>
                  <a:cubicBezTo>
                    <a:pt x="4947" y="158"/>
                    <a:pt x="4789" y="1"/>
                    <a:pt x="4600" y="1"/>
                  </a:cubicBezTo>
                  <a:cubicBezTo>
                    <a:pt x="4411" y="1"/>
                    <a:pt x="4254" y="158"/>
                    <a:pt x="4254" y="347"/>
                  </a:cubicBezTo>
                  <a:lnTo>
                    <a:pt x="4254" y="1419"/>
                  </a:lnTo>
                  <a:lnTo>
                    <a:pt x="3529" y="1419"/>
                  </a:lnTo>
                  <a:lnTo>
                    <a:pt x="3529" y="347"/>
                  </a:lnTo>
                  <a:cubicBezTo>
                    <a:pt x="3529" y="158"/>
                    <a:pt x="3372" y="1"/>
                    <a:pt x="3183"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718;p79"/>
            <p:cNvSpPr/>
            <p:nvPr/>
          </p:nvSpPr>
          <p:spPr>
            <a:xfrm>
              <a:off x="-44455600" y="2053725"/>
              <a:ext cx="17350" cy="18125"/>
            </a:xfrm>
            <a:custGeom>
              <a:avLst/>
              <a:gdLst/>
              <a:ahLst/>
              <a:cxnLst/>
              <a:rect l="l" t="t" r="r" b="b"/>
              <a:pathLst>
                <a:path w="694" h="725" extrusionOk="0">
                  <a:moveTo>
                    <a:pt x="347" y="0"/>
                  </a:moveTo>
                  <a:cubicBezTo>
                    <a:pt x="158" y="0"/>
                    <a:pt x="0" y="158"/>
                    <a:pt x="0" y="347"/>
                  </a:cubicBezTo>
                  <a:cubicBezTo>
                    <a:pt x="0" y="567"/>
                    <a:pt x="158" y="725"/>
                    <a:pt x="347" y="725"/>
                  </a:cubicBezTo>
                  <a:cubicBezTo>
                    <a:pt x="536" y="725"/>
                    <a:pt x="693" y="567"/>
                    <a:pt x="693" y="347"/>
                  </a:cubicBezTo>
                  <a:cubicBezTo>
                    <a:pt x="693" y="158"/>
                    <a:pt x="536" y="0"/>
                    <a:pt x="347"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4719;p79"/>
            <p:cNvSpPr/>
            <p:nvPr/>
          </p:nvSpPr>
          <p:spPr>
            <a:xfrm>
              <a:off x="-44455600"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4720;p79"/>
            <p:cNvSpPr/>
            <p:nvPr/>
          </p:nvSpPr>
          <p:spPr>
            <a:xfrm>
              <a:off x="-44314625"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4721;p79"/>
            <p:cNvSpPr/>
            <p:nvPr/>
          </p:nvSpPr>
          <p:spPr>
            <a:xfrm>
              <a:off x="-44314625" y="2053725"/>
              <a:ext cx="17350" cy="18125"/>
            </a:xfrm>
            <a:custGeom>
              <a:avLst/>
              <a:gdLst/>
              <a:ahLst/>
              <a:cxnLst/>
              <a:rect l="l" t="t" r="r" b="b"/>
              <a:pathLst>
                <a:path w="694" h="725" extrusionOk="0">
                  <a:moveTo>
                    <a:pt x="347" y="0"/>
                  </a:moveTo>
                  <a:cubicBezTo>
                    <a:pt x="158" y="0"/>
                    <a:pt x="0" y="158"/>
                    <a:pt x="0" y="347"/>
                  </a:cubicBezTo>
                  <a:cubicBezTo>
                    <a:pt x="0" y="536"/>
                    <a:pt x="158" y="725"/>
                    <a:pt x="347" y="725"/>
                  </a:cubicBezTo>
                  <a:cubicBezTo>
                    <a:pt x="536" y="725"/>
                    <a:pt x="694" y="536"/>
                    <a:pt x="694" y="347"/>
                  </a:cubicBezTo>
                  <a:cubicBezTo>
                    <a:pt x="694" y="158"/>
                    <a:pt x="536" y="0"/>
                    <a:pt x="347"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4722;p79"/>
            <p:cNvSpPr/>
            <p:nvPr/>
          </p:nvSpPr>
          <p:spPr>
            <a:xfrm>
              <a:off x="-44447725" y="2062375"/>
              <a:ext cx="143350" cy="140225"/>
            </a:xfrm>
            <a:custGeom>
              <a:avLst/>
              <a:gdLst/>
              <a:ahLst/>
              <a:cxnLst/>
              <a:rect l="l" t="t" r="r" b="b"/>
              <a:pathLst>
                <a:path w="5734" h="5609" extrusionOk="0">
                  <a:moveTo>
                    <a:pt x="3182" y="757"/>
                  </a:moveTo>
                  <a:lnTo>
                    <a:pt x="3182" y="883"/>
                  </a:lnTo>
                  <a:cubicBezTo>
                    <a:pt x="3182" y="1041"/>
                    <a:pt x="3277" y="1167"/>
                    <a:pt x="3434" y="1198"/>
                  </a:cubicBezTo>
                  <a:cubicBezTo>
                    <a:pt x="3623" y="1261"/>
                    <a:pt x="3812" y="1387"/>
                    <a:pt x="3970" y="1513"/>
                  </a:cubicBezTo>
                  <a:cubicBezTo>
                    <a:pt x="4049" y="1553"/>
                    <a:pt x="4142" y="1593"/>
                    <a:pt x="4231" y="1593"/>
                  </a:cubicBezTo>
                  <a:cubicBezTo>
                    <a:pt x="4282" y="1593"/>
                    <a:pt x="4333" y="1579"/>
                    <a:pt x="4379" y="1545"/>
                  </a:cubicBezTo>
                  <a:lnTo>
                    <a:pt x="4505" y="1482"/>
                  </a:lnTo>
                  <a:lnTo>
                    <a:pt x="4852" y="2049"/>
                  </a:lnTo>
                  <a:lnTo>
                    <a:pt x="4726" y="2143"/>
                  </a:lnTo>
                  <a:cubicBezTo>
                    <a:pt x="4600" y="2206"/>
                    <a:pt x="4537" y="2364"/>
                    <a:pt x="4568" y="2490"/>
                  </a:cubicBezTo>
                  <a:cubicBezTo>
                    <a:pt x="4600" y="2710"/>
                    <a:pt x="4600" y="2899"/>
                    <a:pt x="4568" y="3120"/>
                  </a:cubicBezTo>
                  <a:cubicBezTo>
                    <a:pt x="4537" y="3277"/>
                    <a:pt x="4600" y="3403"/>
                    <a:pt x="4726" y="3466"/>
                  </a:cubicBezTo>
                  <a:lnTo>
                    <a:pt x="4852" y="3561"/>
                  </a:lnTo>
                  <a:lnTo>
                    <a:pt x="4505" y="4128"/>
                  </a:lnTo>
                  <a:lnTo>
                    <a:pt x="4379" y="4065"/>
                  </a:lnTo>
                  <a:cubicBezTo>
                    <a:pt x="4323" y="4037"/>
                    <a:pt x="4260" y="4021"/>
                    <a:pt x="4196" y="4021"/>
                  </a:cubicBezTo>
                  <a:cubicBezTo>
                    <a:pt x="4118" y="4021"/>
                    <a:pt x="4039" y="4044"/>
                    <a:pt x="3970" y="4097"/>
                  </a:cubicBezTo>
                  <a:cubicBezTo>
                    <a:pt x="3812" y="4254"/>
                    <a:pt x="3623" y="4349"/>
                    <a:pt x="3434" y="4412"/>
                  </a:cubicBezTo>
                  <a:cubicBezTo>
                    <a:pt x="3277" y="4475"/>
                    <a:pt x="3182" y="4632"/>
                    <a:pt x="3182" y="4727"/>
                  </a:cubicBezTo>
                  <a:lnTo>
                    <a:pt x="3182" y="4853"/>
                  </a:lnTo>
                  <a:lnTo>
                    <a:pt x="2489" y="4853"/>
                  </a:lnTo>
                  <a:lnTo>
                    <a:pt x="2489" y="4727"/>
                  </a:lnTo>
                  <a:cubicBezTo>
                    <a:pt x="2489" y="4569"/>
                    <a:pt x="2394" y="4475"/>
                    <a:pt x="2237" y="4412"/>
                  </a:cubicBezTo>
                  <a:cubicBezTo>
                    <a:pt x="2048" y="4349"/>
                    <a:pt x="1859" y="4223"/>
                    <a:pt x="1701" y="4097"/>
                  </a:cubicBezTo>
                  <a:cubicBezTo>
                    <a:pt x="1622" y="4057"/>
                    <a:pt x="1529" y="4017"/>
                    <a:pt x="1440" y="4017"/>
                  </a:cubicBezTo>
                  <a:cubicBezTo>
                    <a:pt x="1389" y="4017"/>
                    <a:pt x="1338" y="4030"/>
                    <a:pt x="1292" y="4065"/>
                  </a:cubicBezTo>
                  <a:lnTo>
                    <a:pt x="1166" y="4128"/>
                  </a:lnTo>
                  <a:lnTo>
                    <a:pt x="819" y="3561"/>
                  </a:lnTo>
                  <a:lnTo>
                    <a:pt x="945" y="3466"/>
                  </a:lnTo>
                  <a:cubicBezTo>
                    <a:pt x="1071" y="3403"/>
                    <a:pt x="1134" y="3246"/>
                    <a:pt x="1103" y="3120"/>
                  </a:cubicBezTo>
                  <a:cubicBezTo>
                    <a:pt x="1071" y="2899"/>
                    <a:pt x="1071" y="2710"/>
                    <a:pt x="1103" y="2490"/>
                  </a:cubicBezTo>
                  <a:cubicBezTo>
                    <a:pt x="1134" y="2332"/>
                    <a:pt x="1071" y="2206"/>
                    <a:pt x="945" y="2143"/>
                  </a:cubicBezTo>
                  <a:lnTo>
                    <a:pt x="819" y="2049"/>
                  </a:lnTo>
                  <a:lnTo>
                    <a:pt x="1166" y="1482"/>
                  </a:lnTo>
                  <a:lnTo>
                    <a:pt x="1292" y="1545"/>
                  </a:lnTo>
                  <a:cubicBezTo>
                    <a:pt x="1350" y="1589"/>
                    <a:pt x="1416" y="1612"/>
                    <a:pt x="1481" y="1612"/>
                  </a:cubicBezTo>
                  <a:cubicBezTo>
                    <a:pt x="1557" y="1612"/>
                    <a:pt x="1634" y="1581"/>
                    <a:pt x="1701" y="1513"/>
                  </a:cubicBezTo>
                  <a:cubicBezTo>
                    <a:pt x="1859" y="1356"/>
                    <a:pt x="2048" y="1261"/>
                    <a:pt x="2237" y="1198"/>
                  </a:cubicBezTo>
                  <a:cubicBezTo>
                    <a:pt x="2394" y="1167"/>
                    <a:pt x="2489" y="1009"/>
                    <a:pt x="2489" y="883"/>
                  </a:cubicBezTo>
                  <a:lnTo>
                    <a:pt x="2489" y="757"/>
                  </a:lnTo>
                  <a:close/>
                  <a:moveTo>
                    <a:pt x="2174" y="1"/>
                  </a:moveTo>
                  <a:cubicBezTo>
                    <a:pt x="1953" y="1"/>
                    <a:pt x="1796" y="158"/>
                    <a:pt x="1796" y="347"/>
                  </a:cubicBezTo>
                  <a:lnTo>
                    <a:pt x="1796" y="599"/>
                  </a:lnTo>
                  <a:cubicBezTo>
                    <a:pt x="1701" y="631"/>
                    <a:pt x="1575" y="726"/>
                    <a:pt x="1481" y="789"/>
                  </a:cubicBezTo>
                  <a:lnTo>
                    <a:pt x="1292" y="663"/>
                  </a:lnTo>
                  <a:cubicBezTo>
                    <a:pt x="1242" y="643"/>
                    <a:pt x="1186" y="632"/>
                    <a:pt x="1129" y="632"/>
                  </a:cubicBezTo>
                  <a:cubicBezTo>
                    <a:pt x="1007" y="632"/>
                    <a:pt x="884" y="681"/>
                    <a:pt x="819" y="789"/>
                  </a:cubicBezTo>
                  <a:lnTo>
                    <a:pt x="126" y="2017"/>
                  </a:lnTo>
                  <a:cubicBezTo>
                    <a:pt x="32" y="2175"/>
                    <a:pt x="63" y="2395"/>
                    <a:pt x="221" y="2490"/>
                  </a:cubicBezTo>
                  <a:lnTo>
                    <a:pt x="441" y="2616"/>
                  </a:lnTo>
                  <a:lnTo>
                    <a:pt x="441" y="2994"/>
                  </a:lnTo>
                  <a:lnTo>
                    <a:pt x="221" y="3120"/>
                  </a:lnTo>
                  <a:cubicBezTo>
                    <a:pt x="95" y="3183"/>
                    <a:pt x="0" y="3435"/>
                    <a:pt x="126" y="3592"/>
                  </a:cubicBezTo>
                  <a:lnTo>
                    <a:pt x="819" y="4821"/>
                  </a:lnTo>
                  <a:cubicBezTo>
                    <a:pt x="879" y="4921"/>
                    <a:pt x="989" y="4983"/>
                    <a:pt x="1102" y="4983"/>
                  </a:cubicBezTo>
                  <a:cubicBezTo>
                    <a:pt x="1168" y="4983"/>
                    <a:pt x="1234" y="4962"/>
                    <a:pt x="1292" y="4916"/>
                  </a:cubicBezTo>
                  <a:lnTo>
                    <a:pt x="1481" y="4821"/>
                  </a:lnTo>
                  <a:cubicBezTo>
                    <a:pt x="1607" y="4884"/>
                    <a:pt x="1733" y="4979"/>
                    <a:pt x="1796" y="5010"/>
                  </a:cubicBezTo>
                  <a:lnTo>
                    <a:pt x="1796" y="5231"/>
                  </a:lnTo>
                  <a:cubicBezTo>
                    <a:pt x="1796" y="5451"/>
                    <a:pt x="1953" y="5609"/>
                    <a:pt x="2174" y="5609"/>
                  </a:cubicBezTo>
                  <a:lnTo>
                    <a:pt x="3592" y="5609"/>
                  </a:lnTo>
                  <a:cubicBezTo>
                    <a:pt x="3781" y="5609"/>
                    <a:pt x="3938" y="5451"/>
                    <a:pt x="3938" y="5231"/>
                  </a:cubicBezTo>
                  <a:lnTo>
                    <a:pt x="3938" y="5010"/>
                  </a:lnTo>
                  <a:cubicBezTo>
                    <a:pt x="4064" y="4979"/>
                    <a:pt x="4159" y="4884"/>
                    <a:pt x="4253" y="4821"/>
                  </a:cubicBezTo>
                  <a:lnTo>
                    <a:pt x="4442" y="4916"/>
                  </a:lnTo>
                  <a:cubicBezTo>
                    <a:pt x="4501" y="4951"/>
                    <a:pt x="4574" y="4969"/>
                    <a:pt x="4644" y="4969"/>
                  </a:cubicBezTo>
                  <a:cubicBezTo>
                    <a:pt x="4762" y="4969"/>
                    <a:pt x="4875" y="4920"/>
                    <a:pt x="4915" y="4821"/>
                  </a:cubicBezTo>
                  <a:lnTo>
                    <a:pt x="5639" y="3592"/>
                  </a:lnTo>
                  <a:cubicBezTo>
                    <a:pt x="5702" y="3435"/>
                    <a:pt x="5671" y="3246"/>
                    <a:pt x="5513" y="3120"/>
                  </a:cubicBezTo>
                  <a:lnTo>
                    <a:pt x="5324" y="2994"/>
                  </a:lnTo>
                  <a:lnTo>
                    <a:pt x="5324" y="2616"/>
                  </a:lnTo>
                  <a:lnTo>
                    <a:pt x="5513" y="2490"/>
                  </a:lnTo>
                  <a:cubicBezTo>
                    <a:pt x="5671" y="2395"/>
                    <a:pt x="5734" y="2175"/>
                    <a:pt x="5639" y="2017"/>
                  </a:cubicBezTo>
                  <a:lnTo>
                    <a:pt x="4915" y="789"/>
                  </a:lnTo>
                  <a:cubicBezTo>
                    <a:pt x="4872" y="681"/>
                    <a:pt x="4742" y="618"/>
                    <a:pt x="4614" y="618"/>
                  </a:cubicBezTo>
                  <a:cubicBezTo>
                    <a:pt x="4553" y="618"/>
                    <a:pt x="4493" y="632"/>
                    <a:pt x="4442" y="663"/>
                  </a:cubicBezTo>
                  <a:lnTo>
                    <a:pt x="4253" y="789"/>
                  </a:lnTo>
                  <a:cubicBezTo>
                    <a:pt x="4127" y="726"/>
                    <a:pt x="4001" y="631"/>
                    <a:pt x="3938" y="599"/>
                  </a:cubicBezTo>
                  <a:lnTo>
                    <a:pt x="3938" y="347"/>
                  </a:lnTo>
                  <a:cubicBezTo>
                    <a:pt x="3938" y="158"/>
                    <a:pt x="3781" y="1"/>
                    <a:pt x="359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4723;p79"/>
            <p:cNvSpPr/>
            <p:nvPr/>
          </p:nvSpPr>
          <p:spPr>
            <a:xfrm>
              <a:off x="-44403625" y="2107275"/>
              <a:ext cx="53575" cy="52800"/>
            </a:xfrm>
            <a:custGeom>
              <a:avLst/>
              <a:gdLst/>
              <a:ahLst/>
              <a:cxnLst/>
              <a:rect l="l" t="t" r="r" b="b"/>
              <a:pathLst>
                <a:path w="2143" h="2112" extrusionOk="0">
                  <a:moveTo>
                    <a:pt x="1072" y="662"/>
                  </a:moveTo>
                  <a:cubicBezTo>
                    <a:pt x="1261" y="662"/>
                    <a:pt x="1418" y="820"/>
                    <a:pt x="1418" y="1009"/>
                  </a:cubicBezTo>
                  <a:cubicBezTo>
                    <a:pt x="1418" y="1198"/>
                    <a:pt x="1261" y="1355"/>
                    <a:pt x="1072" y="1355"/>
                  </a:cubicBezTo>
                  <a:cubicBezTo>
                    <a:pt x="882" y="1355"/>
                    <a:pt x="725" y="1198"/>
                    <a:pt x="725" y="1009"/>
                  </a:cubicBezTo>
                  <a:cubicBezTo>
                    <a:pt x="725" y="820"/>
                    <a:pt x="882" y="662"/>
                    <a:pt x="1072" y="662"/>
                  </a:cubicBezTo>
                  <a:close/>
                  <a:moveTo>
                    <a:pt x="1072" y="1"/>
                  </a:moveTo>
                  <a:cubicBezTo>
                    <a:pt x="473" y="1"/>
                    <a:pt x="0" y="473"/>
                    <a:pt x="0" y="1040"/>
                  </a:cubicBezTo>
                  <a:cubicBezTo>
                    <a:pt x="0" y="1639"/>
                    <a:pt x="473" y="2112"/>
                    <a:pt x="1072" y="2112"/>
                  </a:cubicBezTo>
                  <a:cubicBezTo>
                    <a:pt x="1670" y="2112"/>
                    <a:pt x="2143" y="1639"/>
                    <a:pt x="2143" y="1040"/>
                  </a:cubicBezTo>
                  <a:cubicBezTo>
                    <a:pt x="2143" y="473"/>
                    <a:pt x="1670" y="1"/>
                    <a:pt x="107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14716;p79"/>
          <p:cNvGrpSpPr/>
          <p:nvPr/>
        </p:nvGrpSpPr>
        <p:grpSpPr>
          <a:xfrm>
            <a:off x="2960450" y="3317751"/>
            <a:ext cx="643362" cy="671438"/>
            <a:chOff x="-44528075" y="1982825"/>
            <a:chExt cx="300900" cy="301700"/>
          </a:xfrm>
        </p:grpSpPr>
        <p:sp>
          <p:nvSpPr>
            <p:cNvPr id="21" name="Google Shape;14717;p79"/>
            <p:cNvSpPr/>
            <p:nvPr/>
          </p:nvSpPr>
          <p:spPr>
            <a:xfrm>
              <a:off x="-44528075" y="1982825"/>
              <a:ext cx="300900" cy="301700"/>
            </a:xfrm>
            <a:custGeom>
              <a:avLst/>
              <a:gdLst/>
              <a:ahLst/>
              <a:cxnLst/>
              <a:rect l="l" t="t" r="r" b="b"/>
              <a:pathLst>
                <a:path w="12036" h="12068" extrusionOk="0">
                  <a:moveTo>
                    <a:pt x="9547" y="2175"/>
                  </a:moveTo>
                  <a:cubicBezTo>
                    <a:pt x="9736" y="2175"/>
                    <a:pt x="9893" y="2332"/>
                    <a:pt x="9893" y="2521"/>
                  </a:cubicBezTo>
                  <a:lnTo>
                    <a:pt x="9893" y="9547"/>
                  </a:lnTo>
                  <a:cubicBezTo>
                    <a:pt x="9893" y="9736"/>
                    <a:pt x="9736" y="9893"/>
                    <a:pt x="9547" y="9893"/>
                  </a:cubicBezTo>
                  <a:lnTo>
                    <a:pt x="2552" y="9893"/>
                  </a:lnTo>
                  <a:cubicBezTo>
                    <a:pt x="2332" y="9893"/>
                    <a:pt x="2206" y="9736"/>
                    <a:pt x="2206" y="9547"/>
                  </a:cubicBezTo>
                  <a:lnTo>
                    <a:pt x="2206" y="2521"/>
                  </a:lnTo>
                  <a:cubicBezTo>
                    <a:pt x="2206" y="2332"/>
                    <a:pt x="2332" y="2175"/>
                    <a:pt x="2552" y="2175"/>
                  </a:cubicBezTo>
                  <a:close/>
                  <a:moveTo>
                    <a:pt x="3183" y="1"/>
                  </a:moveTo>
                  <a:cubicBezTo>
                    <a:pt x="2994" y="1"/>
                    <a:pt x="2836" y="158"/>
                    <a:pt x="2836" y="347"/>
                  </a:cubicBezTo>
                  <a:lnTo>
                    <a:pt x="2836" y="1419"/>
                  </a:lnTo>
                  <a:lnTo>
                    <a:pt x="2458" y="1419"/>
                  </a:lnTo>
                  <a:cubicBezTo>
                    <a:pt x="1891" y="1419"/>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2"/>
                    <a:pt x="1" y="4601"/>
                  </a:cubicBezTo>
                  <a:cubicBezTo>
                    <a:pt x="1" y="4821"/>
                    <a:pt x="158" y="4979"/>
                    <a:pt x="347" y="4979"/>
                  </a:cubicBezTo>
                  <a:lnTo>
                    <a:pt x="1418" y="4979"/>
                  </a:lnTo>
                  <a:lnTo>
                    <a:pt x="1418" y="5672"/>
                  </a:lnTo>
                  <a:lnTo>
                    <a:pt x="347" y="5672"/>
                  </a:lnTo>
                  <a:cubicBezTo>
                    <a:pt x="158" y="5672"/>
                    <a:pt x="1" y="5829"/>
                    <a:pt x="1" y="6018"/>
                  </a:cubicBezTo>
                  <a:cubicBezTo>
                    <a:pt x="1" y="6239"/>
                    <a:pt x="158" y="6396"/>
                    <a:pt x="347" y="6396"/>
                  </a:cubicBezTo>
                  <a:lnTo>
                    <a:pt x="1418" y="6396"/>
                  </a:lnTo>
                  <a:lnTo>
                    <a:pt x="1418" y="7090"/>
                  </a:lnTo>
                  <a:lnTo>
                    <a:pt x="347" y="7090"/>
                  </a:lnTo>
                  <a:cubicBezTo>
                    <a:pt x="158" y="7090"/>
                    <a:pt x="1" y="7247"/>
                    <a:pt x="1" y="7436"/>
                  </a:cubicBezTo>
                  <a:cubicBezTo>
                    <a:pt x="1" y="7657"/>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50"/>
                    <a:pt x="2458" y="10650"/>
                  </a:cubicBezTo>
                  <a:lnTo>
                    <a:pt x="2836" y="10650"/>
                  </a:lnTo>
                  <a:lnTo>
                    <a:pt x="2836" y="11689"/>
                  </a:lnTo>
                  <a:cubicBezTo>
                    <a:pt x="2836" y="11910"/>
                    <a:pt x="2994" y="12067"/>
                    <a:pt x="3183" y="12067"/>
                  </a:cubicBezTo>
                  <a:cubicBezTo>
                    <a:pt x="3372" y="12067"/>
                    <a:pt x="3529" y="11910"/>
                    <a:pt x="3529" y="11689"/>
                  </a:cubicBezTo>
                  <a:lnTo>
                    <a:pt x="3529" y="10555"/>
                  </a:lnTo>
                  <a:lnTo>
                    <a:pt x="4254" y="10555"/>
                  </a:lnTo>
                  <a:lnTo>
                    <a:pt x="4254" y="11626"/>
                  </a:lnTo>
                  <a:cubicBezTo>
                    <a:pt x="4254" y="11815"/>
                    <a:pt x="4411" y="11973"/>
                    <a:pt x="4600" y="11973"/>
                  </a:cubicBezTo>
                  <a:cubicBezTo>
                    <a:pt x="4789" y="11973"/>
                    <a:pt x="4947" y="11815"/>
                    <a:pt x="4947" y="11626"/>
                  </a:cubicBezTo>
                  <a:lnTo>
                    <a:pt x="4947" y="10555"/>
                  </a:lnTo>
                  <a:lnTo>
                    <a:pt x="5671" y="10555"/>
                  </a:lnTo>
                  <a:lnTo>
                    <a:pt x="5671" y="11626"/>
                  </a:lnTo>
                  <a:cubicBezTo>
                    <a:pt x="5671" y="11815"/>
                    <a:pt x="5829" y="11973"/>
                    <a:pt x="6018" y="11973"/>
                  </a:cubicBezTo>
                  <a:cubicBezTo>
                    <a:pt x="6207" y="11973"/>
                    <a:pt x="6365" y="11815"/>
                    <a:pt x="6365" y="11626"/>
                  </a:cubicBezTo>
                  <a:lnTo>
                    <a:pt x="6365" y="10555"/>
                  </a:lnTo>
                  <a:lnTo>
                    <a:pt x="7089" y="10555"/>
                  </a:lnTo>
                  <a:lnTo>
                    <a:pt x="7089" y="11626"/>
                  </a:lnTo>
                  <a:cubicBezTo>
                    <a:pt x="7089" y="11815"/>
                    <a:pt x="7247" y="11973"/>
                    <a:pt x="7436" y="11973"/>
                  </a:cubicBezTo>
                  <a:cubicBezTo>
                    <a:pt x="7625" y="11973"/>
                    <a:pt x="7782" y="11815"/>
                    <a:pt x="7782" y="11626"/>
                  </a:cubicBezTo>
                  <a:lnTo>
                    <a:pt x="7782" y="10555"/>
                  </a:lnTo>
                  <a:lnTo>
                    <a:pt x="8507" y="10555"/>
                  </a:lnTo>
                  <a:lnTo>
                    <a:pt x="8507" y="11626"/>
                  </a:lnTo>
                  <a:cubicBezTo>
                    <a:pt x="8507" y="11815"/>
                    <a:pt x="8664" y="11973"/>
                    <a:pt x="8853" y="11973"/>
                  </a:cubicBezTo>
                  <a:cubicBezTo>
                    <a:pt x="9042" y="11973"/>
                    <a:pt x="9200" y="11815"/>
                    <a:pt x="9200" y="11626"/>
                  </a:cubicBezTo>
                  <a:lnTo>
                    <a:pt x="9200" y="10555"/>
                  </a:lnTo>
                  <a:lnTo>
                    <a:pt x="9547" y="10555"/>
                  </a:lnTo>
                  <a:cubicBezTo>
                    <a:pt x="10145" y="10555"/>
                    <a:pt x="10618" y="10082"/>
                    <a:pt x="10618" y="9484"/>
                  </a:cubicBezTo>
                  <a:lnTo>
                    <a:pt x="10618" y="9137"/>
                  </a:lnTo>
                  <a:lnTo>
                    <a:pt x="11689" y="9137"/>
                  </a:lnTo>
                  <a:cubicBezTo>
                    <a:pt x="11878" y="9137"/>
                    <a:pt x="12035" y="8980"/>
                    <a:pt x="12035" y="8791"/>
                  </a:cubicBezTo>
                  <a:cubicBezTo>
                    <a:pt x="12035" y="8602"/>
                    <a:pt x="11878" y="8444"/>
                    <a:pt x="11689" y="8444"/>
                  </a:cubicBezTo>
                  <a:lnTo>
                    <a:pt x="10618" y="8444"/>
                  </a:lnTo>
                  <a:lnTo>
                    <a:pt x="10618" y="7720"/>
                  </a:lnTo>
                  <a:lnTo>
                    <a:pt x="11689" y="7720"/>
                  </a:lnTo>
                  <a:cubicBezTo>
                    <a:pt x="11878" y="7720"/>
                    <a:pt x="12035" y="7562"/>
                    <a:pt x="12035" y="7373"/>
                  </a:cubicBezTo>
                  <a:cubicBezTo>
                    <a:pt x="12035" y="7153"/>
                    <a:pt x="11878" y="6995"/>
                    <a:pt x="11689" y="6995"/>
                  </a:cubicBezTo>
                  <a:lnTo>
                    <a:pt x="10618" y="6995"/>
                  </a:lnTo>
                  <a:lnTo>
                    <a:pt x="10618" y="6302"/>
                  </a:lnTo>
                  <a:lnTo>
                    <a:pt x="11689" y="6302"/>
                  </a:lnTo>
                  <a:cubicBezTo>
                    <a:pt x="11878" y="6302"/>
                    <a:pt x="12035" y="6144"/>
                    <a:pt x="12035" y="5955"/>
                  </a:cubicBezTo>
                  <a:cubicBezTo>
                    <a:pt x="12035" y="5735"/>
                    <a:pt x="11878" y="5577"/>
                    <a:pt x="11689" y="5577"/>
                  </a:cubicBezTo>
                  <a:lnTo>
                    <a:pt x="10618" y="5577"/>
                  </a:lnTo>
                  <a:lnTo>
                    <a:pt x="10618" y="4884"/>
                  </a:lnTo>
                  <a:lnTo>
                    <a:pt x="11689" y="4884"/>
                  </a:lnTo>
                  <a:lnTo>
                    <a:pt x="11689" y="4979"/>
                  </a:lnTo>
                  <a:cubicBezTo>
                    <a:pt x="11878" y="4979"/>
                    <a:pt x="12035" y="4821"/>
                    <a:pt x="12035" y="4601"/>
                  </a:cubicBezTo>
                  <a:cubicBezTo>
                    <a:pt x="12035" y="4412"/>
                    <a:pt x="11878" y="4254"/>
                    <a:pt x="11689" y="4254"/>
                  </a:cubicBezTo>
                  <a:lnTo>
                    <a:pt x="10618" y="4254"/>
                  </a:lnTo>
                  <a:lnTo>
                    <a:pt x="10618" y="3529"/>
                  </a:lnTo>
                  <a:lnTo>
                    <a:pt x="11689" y="3529"/>
                  </a:lnTo>
                  <a:cubicBezTo>
                    <a:pt x="11878" y="3529"/>
                    <a:pt x="12035" y="3372"/>
                    <a:pt x="12035" y="3183"/>
                  </a:cubicBezTo>
                  <a:cubicBezTo>
                    <a:pt x="12035" y="2994"/>
                    <a:pt x="11878" y="2836"/>
                    <a:pt x="11689" y="2836"/>
                  </a:cubicBezTo>
                  <a:lnTo>
                    <a:pt x="10618" y="2836"/>
                  </a:lnTo>
                  <a:lnTo>
                    <a:pt x="10618" y="2490"/>
                  </a:lnTo>
                  <a:cubicBezTo>
                    <a:pt x="10618" y="1891"/>
                    <a:pt x="10145" y="1419"/>
                    <a:pt x="9547" y="1419"/>
                  </a:cubicBezTo>
                  <a:lnTo>
                    <a:pt x="9200" y="1419"/>
                  </a:lnTo>
                  <a:lnTo>
                    <a:pt x="9200" y="347"/>
                  </a:lnTo>
                  <a:cubicBezTo>
                    <a:pt x="9200" y="158"/>
                    <a:pt x="9042" y="1"/>
                    <a:pt x="8853" y="1"/>
                  </a:cubicBezTo>
                  <a:cubicBezTo>
                    <a:pt x="8664" y="1"/>
                    <a:pt x="8507" y="158"/>
                    <a:pt x="8507" y="347"/>
                  </a:cubicBezTo>
                  <a:lnTo>
                    <a:pt x="8507" y="1419"/>
                  </a:lnTo>
                  <a:lnTo>
                    <a:pt x="7782" y="1419"/>
                  </a:lnTo>
                  <a:lnTo>
                    <a:pt x="7782" y="347"/>
                  </a:lnTo>
                  <a:cubicBezTo>
                    <a:pt x="7782" y="158"/>
                    <a:pt x="7625" y="1"/>
                    <a:pt x="7436" y="1"/>
                  </a:cubicBezTo>
                  <a:cubicBezTo>
                    <a:pt x="7247" y="1"/>
                    <a:pt x="7089" y="158"/>
                    <a:pt x="7089" y="347"/>
                  </a:cubicBezTo>
                  <a:lnTo>
                    <a:pt x="7089" y="1419"/>
                  </a:lnTo>
                  <a:lnTo>
                    <a:pt x="6365" y="1419"/>
                  </a:lnTo>
                  <a:lnTo>
                    <a:pt x="6365" y="347"/>
                  </a:lnTo>
                  <a:cubicBezTo>
                    <a:pt x="6365" y="158"/>
                    <a:pt x="6207" y="1"/>
                    <a:pt x="6018" y="1"/>
                  </a:cubicBezTo>
                  <a:cubicBezTo>
                    <a:pt x="5829" y="1"/>
                    <a:pt x="5671" y="158"/>
                    <a:pt x="5671" y="347"/>
                  </a:cubicBezTo>
                  <a:lnTo>
                    <a:pt x="5671" y="1419"/>
                  </a:lnTo>
                  <a:lnTo>
                    <a:pt x="4947" y="1419"/>
                  </a:lnTo>
                  <a:lnTo>
                    <a:pt x="4947" y="347"/>
                  </a:lnTo>
                  <a:cubicBezTo>
                    <a:pt x="4947" y="158"/>
                    <a:pt x="4789" y="1"/>
                    <a:pt x="4600" y="1"/>
                  </a:cubicBezTo>
                  <a:cubicBezTo>
                    <a:pt x="4411" y="1"/>
                    <a:pt x="4254" y="158"/>
                    <a:pt x="4254" y="347"/>
                  </a:cubicBezTo>
                  <a:lnTo>
                    <a:pt x="4254" y="1419"/>
                  </a:lnTo>
                  <a:lnTo>
                    <a:pt x="3529" y="1419"/>
                  </a:lnTo>
                  <a:lnTo>
                    <a:pt x="3529" y="347"/>
                  </a:lnTo>
                  <a:cubicBezTo>
                    <a:pt x="3529" y="158"/>
                    <a:pt x="3372" y="1"/>
                    <a:pt x="3183"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4718;p79"/>
            <p:cNvSpPr/>
            <p:nvPr/>
          </p:nvSpPr>
          <p:spPr>
            <a:xfrm>
              <a:off x="-44455600" y="2053725"/>
              <a:ext cx="17350" cy="18125"/>
            </a:xfrm>
            <a:custGeom>
              <a:avLst/>
              <a:gdLst/>
              <a:ahLst/>
              <a:cxnLst/>
              <a:rect l="l" t="t" r="r" b="b"/>
              <a:pathLst>
                <a:path w="694" h="725" extrusionOk="0">
                  <a:moveTo>
                    <a:pt x="347" y="0"/>
                  </a:moveTo>
                  <a:cubicBezTo>
                    <a:pt x="158" y="0"/>
                    <a:pt x="0" y="158"/>
                    <a:pt x="0" y="347"/>
                  </a:cubicBezTo>
                  <a:cubicBezTo>
                    <a:pt x="0" y="567"/>
                    <a:pt x="158" y="725"/>
                    <a:pt x="347" y="725"/>
                  </a:cubicBezTo>
                  <a:cubicBezTo>
                    <a:pt x="536" y="725"/>
                    <a:pt x="693" y="567"/>
                    <a:pt x="693" y="347"/>
                  </a:cubicBezTo>
                  <a:cubicBezTo>
                    <a:pt x="693" y="158"/>
                    <a:pt x="536" y="0"/>
                    <a:pt x="347"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4719;p79"/>
            <p:cNvSpPr/>
            <p:nvPr/>
          </p:nvSpPr>
          <p:spPr>
            <a:xfrm>
              <a:off x="-44455600"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4720;p79"/>
            <p:cNvSpPr/>
            <p:nvPr/>
          </p:nvSpPr>
          <p:spPr>
            <a:xfrm>
              <a:off x="-44314625"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4721;p79"/>
            <p:cNvSpPr/>
            <p:nvPr/>
          </p:nvSpPr>
          <p:spPr>
            <a:xfrm>
              <a:off x="-44314625" y="2053725"/>
              <a:ext cx="17350" cy="18125"/>
            </a:xfrm>
            <a:custGeom>
              <a:avLst/>
              <a:gdLst/>
              <a:ahLst/>
              <a:cxnLst/>
              <a:rect l="l" t="t" r="r" b="b"/>
              <a:pathLst>
                <a:path w="694" h="725" extrusionOk="0">
                  <a:moveTo>
                    <a:pt x="347" y="0"/>
                  </a:moveTo>
                  <a:cubicBezTo>
                    <a:pt x="158" y="0"/>
                    <a:pt x="0" y="158"/>
                    <a:pt x="0" y="347"/>
                  </a:cubicBezTo>
                  <a:cubicBezTo>
                    <a:pt x="0" y="536"/>
                    <a:pt x="158" y="725"/>
                    <a:pt x="347" y="725"/>
                  </a:cubicBezTo>
                  <a:cubicBezTo>
                    <a:pt x="536" y="725"/>
                    <a:pt x="694" y="536"/>
                    <a:pt x="694" y="347"/>
                  </a:cubicBezTo>
                  <a:cubicBezTo>
                    <a:pt x="694" y="158"/>
                    <a:pt x="536" y="0"/>
                    <a:pt x="347"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4722;p79"/>
            <p:cNvSpPr/>
            <p:nvPr/>
          </p:nvSpPr>
          <p:spPr>
            <a:xfrm>
              <a:off x="-44447725" y="2062375"/>
              <a:ext cx="143350" cy="140225"/>
            </a:xfrm>
            <a:custGeom>
              <a:avLst/>
              <a:gdLst/>
              <a:ahLst/>
              <a:cxnLst/>
              <a:rect l="l" t="t" r="r" b="b"/>
              <a:pathLst>
                <a:path w="5734" h="5609" extrusionOk="0">
                  <a:moveTo>
                    <a:pt x="3182" y="757"/>
                  </a:moveTo>
                  <a:lnTo>
                    <a:pt x="3182" y="883"/>
                  </a:lnTo>
                  <a:cubicBezTo>
                    <a:pt x="3182" y="1041"/>
                    <a:pt x="3277" y="1167"/>
                    <a:pt x="3434" y="1198"/>
                  </a:cubicBezTo>
                  <a:cubicBezTo>
                    <a:pt x="3623" y="1261"/>
                    <a:pt x="3812" y="1387"/>
                    <a:pt x="3970" y="1513"/>
                  </a:cubicBezTo>
                  <a:cubicBezTo>
                    <a:pt x="4049" y="1553"/>
                    <a:pt x="4142" y="1593"/>
                    <a:pt x="4231" y="1593"/>
                  </a:cubicBezTo>
                  <a:cubicBezTo>
                    <a:pt x="4282" y="1593"/>
                    <a:pt x="4333" y="1579"/>
                    <a:pt x="4379" y="1545"/>
                  </a:cubicBezTo>
                  <a:lnTo>
                    <a:pt x="4505" y="1482"/>
                  </a:lnTo>
                  <a:lnTo>
                    <a:pt x="4852" y="2049"/>
                  </a:lnTo>
                  <a:lnTo>
                    <a:pt x="4726" y="2143"/>
                  </a:lnTo>
                  <a:cubicBezTo>
                    <a:pt x="4600" y="2206"/>
                    <a:pt x="4537" y="2364"/>
                    <a:pt x="4568" y="2490"/>
                  </a:cubicBezTo>
                  <a:cubicBezTo>
                    <a:pt x="4600" y="2710"/>
                    <a:pt x="4600" y="2899"/>
                    <a:pt x="4568" y="3120"/>
                  </a:cubicBezTo>
                  <a:cubicBezTo>
                    <a:pt x="4537" y="3277"/>
                    <a:pt x="4600" y="3403"/>
                    <a:pt x="4726" y="3466"/>
                  </a:cubicBezTo>
                  <a:lnTo>
                    <a:pt x="4852" y="3561"/>
                  </a:lnTo>
                  <a:lnTo>
                    <a:pt x="4505" y="4128"/>
                  </a:lnTo>
                  <a:lnTo>
                    <a:pt x="4379" y="4065"/>
                  </a:lnTo>
                  <a:cubicBezTo>
                    <a:pt x="4323" y="4037"/>
                    <a:pt x="4260" y="4021"/>
                    <a:pt x="4196" y="4021"/>
                  </a:cubicBezTo>
                  <a:cubicBezTo>
                    <a:pt x="4118" y="4021"/>
                    <a:pt x="4039" y="4044"/>
                    <a:pt x="3970" y="4097"/>
                  </a:cubicBezTo>
                  <a:cubicBezTo>
                    <a:pt x="3812" y="4254"/>
                    <a:pt x="3623" y="4349"/>
                    <a:pt x="3434" y="4412"/>
                  </a:cubicBezTo>
                  <a:cubicBezTo>
                    <a:pt x="3277" y="4475"/>
                    <a:pt x="3182" y="4632"/>
                    <a:pt x="3182" y="4727"/>
                  </a:cubicBezTo>
                  <a:lnTo>
                    <a:pt x="3182" y="4853"/>
                  </a:lnTo>
                  <a:lnTo>
                    <a:pt x="2489" y="4853"/>
                  </a:lnTo>
                  <a:lnTo>
                    <a:pt x="2489" y="4727"/>
                  </a:lnTo>
                  <a:cubicBezTo>
                    <a:pt x="2489" y="4569"/>
                    <a:pt x="2394" y="4475"/>
                    <a:pt x="2237" y="4412"/>
                  </a:cubicBezTo>
                  <a:cubicBezTo>
                    <a:pt x="2048" y="4349"/>
                    <a:pt x="1859" y="4223"/>
                    <a:pt x="1701" y="4097"/>
                  </a:cubicBezTo>
                  <a:cubicBezTo>
                    <a:pt x="1622" y="4057"/>
                    <a:pt x="1529" y="4017"/>
                    <a:pt x="1440" y="4017"/>
                  </a:cubicBezTo>
                  <a:cubicBezTo>
                    <a:pt x="1389" y="4017"/>
                    <a:pt x="1338" y="4030"/>
                    <a:pt x="1292" y="4065"/>
                  </a:cubicBezTo>
                  <a:lnTo>
                    <a:pt x="1166" y="4128"/>
                  </a:lnTo>
                  <a:lnTo>
                    <a:pt x="819" y="3561"/>
                  </a:lnTo>
                  <a:lnTo>
                    <a:pt x="945" y="3466"/>
                  </a:lnTo>
                  <a:cubicBezTo>
                    <a:pt x="1071" y="3403"/>
                    <a:pt x="1134" y="3246"/>
                    <a:pt x="1103" y="3120"/>
                  </a:cubicBezTo>
                  <a:cubicBezTo>
                    <a:pt x="1071" y="2899"/>
                    <a:pt x="1071" y="2710"/>
                    <a:pt x="1103" y="2490"/>
                  </a:cubicBezTo>
                  <a:cubicBezTo>
                    <a:pt x="1134" y="2332"/>
                    <a:pt x="1071" y="2206"/>
                    <a:pt x="945" y="2143"/>
                  </a:cubicBezTo>
                  <a:lnTo>
                    <a:pt x="819" y="2049"/>
                  </a:lnTo>
                  <a:lnTo>
                    <a:pt x="1166" y="1482"/>
                  </a:lnTo>
                  <a:lnTo>
                    <a:pt x="1292" y="1545"/>
                  </a:lnTo>
                  <a:cubicBezTo>
                    <a:pt x="1350" y="1589"/>
                    <a:pt x="1416" y="1612"/>
                    <a:pt x="1481" y="1612"/>
                  </a:cubicBezTo>
                  <a:cubicBezTo>
                    <a:pt x="1557" y="1612"/>
                    <a:pt x="1634" y="1581"/>
                    <a:pt x="1701" y="1513"/>
                  </a:cubicBezTo>
                  <a:cubicBezTo>
                    <a:pt x="1859" y="1356"/>
                    <a:pt x="2048" y="1261"/>
                    <a:pt x="2237" y="1198"/>
                  </a:cubicBezTo>
                  <a:cubicBezTo>
                    <a:pt x="2394" y="1167"/>
                    <a:pt x="2489" y="1009"/>
                    <a:pt x="2489" y="883"/>
                  </a:cubicBezTo>
                  <a:lnTo>
                    <a:pt x="2489" y="757"/>
                  </a:lnTo>
                  <a:close/>
                  <a:moveTo>
                    <a:pt x="2174" y="1"/>
                  </a:moveTo>
                  <a:cubicBezTo>
                    <a:pt x="1953" y="1"/>
                    <a:pt x="1796" y="158"/>
                    <a:pt x="1796" y="347"/>
                  </a:cubicBezTo>
                  <a:lnTo>
                    <a:pt x="1796" y="599"/>
                  </a:lnTo>
                  <a:cubicBezTo>
                    <a:pt x="1701" y="631"/>
                    <a:pt x="1575" y="726"/>
                    <a:pt x="1481" y="789"/>
                  </a:cubicBezTo>
                  <a:lnTo>
                    <a:pt x="1292" y="663"/>
                  </a:lnTo>
                  <a:cubicBezTo>
                    <a:pt x="1242" y="643"/>
                    <a:pt x="1186" y="632"/>
                    <a:pt x="1129" y="632"/>
                  </a:cubicBezTo>
                  <a:cubicBezTo>
                    <a:pt x="1007" y="632"/>
                    <a:pt x="884" y="681"/>
                    <a:pt x="819" y="789"/>
                  </a:cubicBezTo>
                  <a:lnTo>
                    <a:pt x="126" y="2017"/>
                  </a:lnTo>
                  <a:cubicBezTo>
                    <a:pt x="32" y="2175"/>
                    <a:pt x="63" y="2395"/>
                    <a:pt x="221" y="2490"/>
                  </a:cubicBezTo>
                  <a:lnTo>
                    <a:pt x="441" y="2616"/>
                  </a:lnTo>
                  <a:lnTo>
                    <a:pt x="441" y="2994"/>
                  </a:lnTo>
                  <a:lnTo>
                    <a:pt x="221" y="3120"/>
                  </a:lnTo>
                  <a:cubicBezTo>
                    <a:pt x="95" y="3183"/>
                    <a:pt x="0" y="3435"/>
                    <a:pt x="126" y="3592"/>
                  </a:cubicBezTo>
                  <a:lnTo>
                    <a:pt x="819" y="4821"/>
                  </a:lnTo>
                  <a:cubicBezTo>
                    <a:pt x="879" y="4921"/>
                    <a:pt x="989" y="4983"/>
                    <a:pt x="1102" y="4983"/>
                  </a:cubicBezTo>
                  <a:cubicBezTo>
                    <a:pt x="1168" y="4983"/>
                    <a:pt x="1234" y="4962"/>
                    <a:pt x="1292" y="4916"/>
                  </a:cubicBezTo>
                  <a:lnTo>
                    <a:pt x="1481" y="4821"/>
                  </a:lnTo>
                  <a:cubicBezTo>
                    <a:pt x="1607" y="4884"/>
                    <a:pt x="1733" y="4979"/>
                    <a:pt x="1796" y="5010"/>
                  </a:cubicBezTo>
                  <a:lnTo>
                    <a:pt x="1796" y="5231"/>
                  </a:lnTo>
                  <a:cubicBezTo>
                    <a:pt x="1796" y="5451"/>
                    <a:pt x="1953" y="5609"/>
                    <a:pt x="2174" y="5609"/>
                  </a:cubicBezTo>
                  <a:lnTo>
                    <a:pt x="3592" y="5609"/>
                  </a:lnTo>
                  <a:cubicBezTo>
                    <a:pt x="3781" y="5609"/>
                    <a:pt x="3938" y="5451"/>
                    <a:pt x="3938" y="5231"/>
                  </a:cubicBezTo>
                  <a:lnTo>
                    <a:pt x="3938" y="5010"/>
                  </a:lnTo>
                  <a:cubicBezTo>
                    <a:pt x="4064" y="4979"/>
                    <a:pt x="4159" y="4884"/>
                    <a:pt x="4253" y="4821"/>
                  </a:cubicBezTo>
                  <a:lnTo>
                    <a:pt x="4442" y="4916"/>
                  </a:lnTo>
                  <a:cubicBezTo>
                    <a:pt x="4501" y="4951"/>
                    <a:pt x="4574" y="4969"/>
                    <a:pt x="4644" y="4969"/>
                  </a:cubicBezTo>
                  <a:cubicBezTo>
                    <a:pt x="4762" y="4969"/>
                    <a:pt x="4875" y="4920"/>
                    <a:pt x="4915" y="4821"/>
                  </a:cubicBezTo>
                  <a:lnTo>
                    <a:pt x="5639" y="3592"/>
                  </a:lnTo>
                  <a:cubicBezTo>
                    <a:pt x="5702" y="3435"/>
                    <a:pt x="5671" y="3246"/>
                    <a:pt x="5513" y="3120"/>
                  </a:cubicBezTo>
                  <a:lnTo>
                    <a:pt x="5324" y="2994"/>
                  </a:lnTo>
                  <a:lnTo>
                    <a:pt x="5324" y="2616"/>
                  </a:lnTo>
                  <a:lnTo>
                    <a:pt x="5513" y="2490"/>
                  </a:lnTo>
                  <a:cubicBezTo>
                    <a:pt x="5671" y="2395"/>
                    <a:pt x="5734" y="2175"/>
                    <a:pt x="5639" y="2017"/>
                  </a:cubicBezTo>
                  <a:lnTo>
                    <a:pt x="4915" y="789"/>
                  </a:lnTo>
                  <a:cubicBezTo>
                    <a:pt x="4872" y="681"/>
                    <a:pt x="4742" y="618"/>
                    <a:pt x="4614" y="618"/>
                  </a:cubicBezTo>
                  <a:cubicBezTo>
                    <a:pt x="4553" y="618"/>
                    <a:pt x="4493" y="632"/>
                    <a:pt x="4442" y="663"/>
                  </a:cubicBezTo>
                  <a:lnTo>
                    <a:pt x="4253" y="789"/>
                  </a:lnTo>
                  <a:cubicBezTo>
                    <a:pt x="4127" y="726"/>
                    <a:pt x="4001" y="631"/>
                    <a:pt x="3938" y="599"/>
                  </a:cubicBezTo>
                  <a:lnTo>
                    <a:pt x="3938" y="347"/>
                  </a:lnTo>
                  <a:cubicBezTo>
                    <a:pt x="3938" y="158"/>
                    <a:pt x="3781" y="1"/>
                    <a:pt x="359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4723;p79"/>
            <p:cNvSpPr/>
            <p:nvPr/>
          </p:nvSpPr>
          <p:spPr>
            <a:xfrm>
              <a:off x="-44403625" y="2107275"/>
              <a:ext cx="53575" cy="52800"/>
            </a:xfrm>
            <a:custGeom>
              <a:avLst/>
              <a:gdLst/>
              <a:ahLst/>
              <a:cxnLst/>
              <a:rect l="l" t="t" r="r" b="b"/>
              <a:pathLst>
                <a:path w="2143" h="2112" extrusionOk="0">
                  <a:moveTo>
                    <a:pt x="1072" y="662"/>
                  </a:moveTo>
                  <a:cubicBezTo>
                    <a:pt x="1261" y="662"/>
                    <a:pt x="1418" y="820"/>
                    <a:pt x="1418" y="1009"/>
                  </a:cubicBezTo>
                  <a:cubicBezTo>
                    <a:pt x="1418" y="1198"/>
                    <a:pt x="1261" y="1355"/>
                    <a:pt x="1072" y="1355"/>
                  </a:cubicBezTo>
                  <a:cubicBezTo>
                    <a:pt x="882" y="1355"/>
                    <a:pt x="725" y="1198"/>
                    <a:pt x="725" y="1009"/>
                  </a:cubicBezTo>
                  <a:cubicBezTo>
                    <a:pt x="725" y="820"/>
                    <a:pt x="882" y="662"/>
                    <a:pt x="1072" y="662"/>
                  </a:cubicBezTo>
                  <a:close/>
                  <a:moveTo>
                    <a:pt x="1072" y="1"/>
                  </a:moveTo>
                  <a:cubicBezTo>
                    <a:pt x="473" y="1"/>
                    <a:pt x="0" y="473"/>
                    <a:pt x="0" y="1040"/>
                  </a:cubicBezTo>
                  <a:cubicBezTo>
                    <a:pt x="0" y="1639"/>
                    <a:pt x="473" y="2112"/>
                    <a:pt x="1072" y="2112"/>
                  </a:cubicBezTo>
                  <a:cubicBezTo>
                    <a:pt x="1670" y="2112"/>
                    <a:pt x="2143" y="1639"/>
                    <a:pt x="2143" y="1040"/>
                  </a:cubicBezTo>
                  <a:cubicBezTo>
                    <a:pt x="2143" y="473"/>
                    <a:pt x="1670" y="1"/>
                    <a:pt x="107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rupo 36"/>
          <p:cNvGrpSpPr/>
          <p:nvPr/>
        </p:nvGrpSpPr>
        <p:grpSpPr>
          <a:xfrm>
            <a:off x="9466730" y="2961980"/>
            <a:ext cx="910244" cy="688847"/>
            <a:chOff x="10214432" y="1163199"/>
            <a:chExt cx="3955135" cy="2420325"/>
          </a:xfrm>
        </p:grpSpPr>
        <p:sp>
          <p:nvSpPr>
            <p:cNvPr id="29" name="Google Shape;2213;p40"/>
            <p:cNvSpPr/>
            <p:nvPr/>
          </p:nvSpPr>
          <p:spPr>
            <a:xfrm>
              <a:off x="10214432" y="1163199"/>
              <a:ext cx="3955135" cy="24203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31" name="Google Shape;2215;p40"/>
            <p:cNvSpPr/>
            <p:nvPr/>
          </p:nvSpPr>
          <p:spPr>
            <a:xfrm>
              <a:off x="11375291" y="2057662"/>
              <a:ext cx="2345538" cy="150738"/>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32" name="Google Shape;2216;p40"/>
            <p:cNvSpPr/>
            <p:nvPr/>
          </p:nvSpPr>
          <p:spPr>
            <a:xfrm>
              <a:off x="10641474" y="2057662"/>
              <a:ext cx="245314" cy="15717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grpSp>
        <p:nvGrpSpPr>
          <p:cNvPr id="39" name="Google Shape;14740;p79"/>
          <p:cNvGrpSpPr/>
          <p:nvPr/>
        </p:nvGrpSpPr>
        <p:grpSpPr>
          <a:xfrm>
            <a:off x="4181575" y="5266610"/>
            <a:ext cx="1559859" cy="1369753"/>
            <a:chOff x="-47157950" y="2712175"/>
            <a:chExt cx="300100" cy="300900"/>
          </a:xfrm>
        </p:grpSpPr>
        <p:sp>
          <p:nvSpPr>
            <p:cNvPr id="40" name="Google Shape;14741;p79"/>
            <p:cNvSpPr/>
            <p:nvPr/>
          </p:nvSpPr>
          <p:spPr>
            <a:xfrm>
              <a:off x="-47157950" y="2712175"/>
              <a:ext cx="300100" cy="300900"/>
            </a:xfrm>
            <a:custGeom>
              <a:avLst/>
              <a:gdLst/>
              <a:ahLst/>
              <a:cxnLst/>
              <a:rect l="l" t="t" r="r" b="b"/>
              <a:pathLst>
                <a:path w="12004" h="12036" extrusionOk="0">
                  <a:moveTo>
                    <a:pt x="7026" y="1166"/>
                  </a:moveTo>
                  <a:lnTo>
                    <a:pt x="7940" y="2048"/>
                  </a:lnTo>
                  <a:lnTo>
                    <a:pt x="7026" y="2048"/>
                  </a:lnTo>
                  <a:lnTo>
                    <a:pt x="7026" y="1166"/>
                  </a:lnTo>
                  <a:close/>
                  <a:moveTo>
                    <a:pt x="6333" y="693"/>
                  </a:moveTo>
                  <a:lnTo>
                    <a:pt x="6333" y="2458"/>
                  </a:lnTo>
                  <a:cubicBezTo>
                    <a:pt x="6333" y="2647"/>
                    <a:pt x="6491" y="2804"/>
                    <a:pt x="6680" y="2804"/>
                  </a:cubicBezTo>
                  <a:lnTo>
                    <a:pt x="8444" y="2804"/>
                  </a:lnTo>
                  <a:lnTo>
                    <a:pt x="8444" y="4222"/>
                  </a:lnTo>
                  <a:lnTo>
                    <a:pt x="3529" y="4222"/>
                  </a:lnTo>
                  <a:lnTo>
                    <a:pt x="3529" y="693"/>
                  </a:lnTo>
                  <a:close/>
                  <a:moveTo>
                    <a:pt x="10933" y="4222"/>
                  </a:moveTo>
                  <a:cubicBezTo>
                    <a:pt x="11122" y="4222"/>
                    <a:pt x="11279" y="4380"/>
                    <a:pt x="11279" y="4569"/>
                  </a:cubicBezTo>
                  <a:lnTo>
                    <a:pt x="11279" y="8097"/>
                  </a:lnTo>
                  <a:lnTo>
                    <a:pt x="11248" y="8097"/>
                  </a:lnTo>
                  <a:cubicBezTo>
                    <a:pt x="11248" y="8286"/>
                    <a:pt x="11090" y="8444"/>
                    <a:pt x="10901" y="8444"/>
                  </a:cubicBezTo>
                  <a:lnTo>
                    <a:pt x="9137" y="8444"/>
                  </a:lnTo>
                  <a:lnTo>
                    <a:pt x="9137" y="7719"/>
                  </a:lnTo>
                  <a:lnTo>
                    <a:pt x="9483" y="7719"/>
                  </a:lnTo>
                  <a:cubicBezTo>
                    <a:pt x="9673" y="7719"/>
                    <a:pt x="9830" y="7562"/>
                    <a:pt x="9830" y="7372"/>
                  </a:cubicBezTo>
                  <a:cubicBezTo>
                    <a:pt x="9830" y="7183"/>
                    <a:pt x="9673" y="7026"/>
                    <a:pt x="9483" y="7026"/>
                  </a:cubicBezTo>
                  <a:lnTo>
                    <a:pt x="2458" y="7026"/>
                  </a:lnTo>
                  <a:cubicBezTo>
                    <a:pt x="2269" y="7026"/>
                    <a:pt x="2111" y="7183"/>
                    <a:pt x="2111" y="7372"/>
                  </a:cubicBezTo>
                  <a:cubicBezTo>
                    <a:pt x="2111" y="7562"/>
                    <a:pt x="2269" y="7719"/>
                    <a:pt x="2458" y="7719"/>
                  </a:cubicBezTo>
                  <a:lnTo>
                    <a:pt x="2836" y="7719"/>
                  </a:lnTo>
                  <a:lnTo>
                    <a:pt x="2836" y="8444"/>
                  </a:lnTo>
                  <a:lnTo>
                    <a:pt x="1040" y="8444"/>
                  </a:lnTo>
                  <a:cubicBezTo>
                    <a:pt x="851" y="8444"/>
                    <a:pt x="694" y="8286"/>
                    <a:pt x="694" y="8097"/>
                  </a:cubicBezTo>
                  <a:lnTo>
                    <a:pt x="694" y="4569"/>
                  </a:lnTo>
                  <a:cubicBezTo>
                    <a:pt x="694" y="4380"/>
                    <a:pt x="851" y="4222"/>
                    <a:pt x="1040" y="4222"/>
                  </a:cubicBezTo>
                  <a:lnTo>
                    <a:pt x="2836" y="4222"/>
                  </a:lnTo>
                  <a:lnTo>
                    <a:pt x="2836" y="4569"/>
                  </a:lnTo>
                  <a:cubicBezTo>
                    <a:pt x="2836" y="4789"/>
                    <a:pt x="2993" y="4947"/>
                    <a:pt x="3183" y="4947"/>
                  </a:cubicBezTo>
                  <a:lnTo>
                    <a:pt x="8822" y="4947"/>
                  </a:lnTo>
                  <a:cubicBezTo>
                    <a:pt x="9011" y="4947"/>
                    <a:pt x="9168" y="4789"/>
                    <a:pt x="9168" y="4569"/>
                  </a:cubicBezTo>
                  <a:lnTo>
                    <a:pt x="9168" y="4222"/>
                  </a:lnTo>
                  <a:close/>
                  <a:moveTo>
                    <a:pt x="8412" y="7719"/>
                  </a:moveTo>
                  <a:lnTo>
                    <a:pt x="8412" y="11279"/>
                  </a:lnTo>
                  <a:lnTo>
                    <a:pt x="3498" y="11279"/>
                  </a:lnTo>
                  <a:lnTo>
                    <a:pt x="3498" y="7719"/>
                  </a:lnTo>
                  <a:close/>
                  <a:moveTo>
                    <a:pt x="3183" y="0"/>
                  </a:moveTo>
                  <a:cubicBezTo>
                    <a:pt x="2993" y="0"/>
                    <a:pt x="2836" y="158"/>
                    <a:pt x="2836" y="378"/>
                  </a:cubicBezTo>
                  <a:lnTo>
                    <a:pt x="2836" y="3560"/>
                  </a:lnTo>
                  <a:lnTo>
                    <a:pt x="1072" y="3560"/>
                  </a:lnTo>
                  <a:cubicBezTo>
                    <a:pt x="473" y="3560"/>
                    <a:pt x="1" y="4033"/>
                    <a:pt x="1" y="4600"/>
                  </a:cubicBezTo>
                  <a:lnTo>
                    <a:pt x="1" y="8129"/>
                  </a:lnTo>
                  <a:cubicBezTo>
                    <a:pt x="1" y="8696"/>
                    <a:pt x="473" y="9168"/>
                    <a:pt x="1072" y="9168"/>
                  </a:cubicBezTo>
                  <a:lnTo>
                    <a:pt x="2836" y="9168"/>
                  </a:lnTo>
                  <a:lnTo>
                    <a:pt x="2836" y="11657"/>
                  </a:lnTo>
                  <a:cubicBezTo>
                    <a:pt x="2836" y="11846"/>
                    <a:pt x="2993" y="12035"/>
                    <a:pt x="3183" y="12035"/>
                  </a:cubicBezTo>
                  <a:lnTo>
                    <a:pt x="8822" y="12035"/>
                  </a:lnTo>
                  <a:cubicBezTo>
                    <a:pt x="9011" y="12035"/>
                    <a:pt x="9168" y="11846"/>
                    <a:pt x="9168" y="11657"/>
                  </a:cubicBezTo>
                  <a:lnTo>
                    <a:pt x="9168" y="9168"/>
                  </a:lnTo>
                  <a:lnTo>
                    <a:pt x="10933" y="9168"/>
                  </a:lnTo>
                  <a:cubicBezTo>
                    <a:pt x="11531" y="9168"/>
                    <a:pt x="12004" y="8696"/>
                    <a:pt x="12004" y="8129"/>
                  </a:cubicBezTo>
                  <a:lnTo>
                    <a:pt x="12004" y="4600"/>
                  </a:lnTo>
                  <a:cubicBezTo>
                    <a:pt x="11972" y="4001"/>
                    <a:pt x="11500" y="3529"/>
                    <a:pt x="10901" y="3529"/>
                  </a:cubicBezTo>
                  <a:lnTo>
                    <a:pt x="9137" y="3529"/>
                  </a:lnTo>
                  <a:lnTo>
                    <a:pt x="9137" y="2458"/>
                  </a:lnTo>
                  <a:cubicBezTo>
                    <a:pt x="9137" y="2363"/>
                    <a:pt x="9074" y="2269"/>
                    <a:pt x="9011" y="2206"/>
                  </a:cubicBezTo>
                  <a:lnTo>
                    <a:pt x="6932" y="126"/>
                  </a:lnTo>
                  <a:cubicBezTo>
                    <a:pt x="6837" y="63"/>
                    <a:pt x="6774" y="0"/>
                    <a:pt x="6680"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742;p79"/>
            <p:cNvSpPr/>
            <p:nvPr/>
          </p:nvSpPr>
          <p:spPr>
            <a:xfrm>
              <a:off x="-47087075" y="2852375"/>
              <a:ext cx="17350" cy="17350"/>
            </a:xfrm>
            <a:custGeom>
              <a:avLst/>
              <a:gdLst/>
              <a:ahLst/>
              <a:cxnLst/>
              <a:rect l="l" t="t" r="r" b="b"/>
              <a:pathLst>
                <a:path w="694" h="694" extrusionOk="0">
                  <a:moveTo>
                    <a:pt x="348" y="0"/>
                  </a:moveTo>
                  <a:cubicBezTo>
                    <a:pt x="158" y="0"/>
                    <a:pt x="1" y="158"/>
                    <a:pt x="1" y="347"/>
                  </a:cubicBezTo>
                  <a:cubicBezTo>
                    <a:pt x="1" y="536"/>
                    <a:pt x="158" y="693"/>
                    <a:pt x="348" y="693"/>
                  </a:cubicBezTo>
                  <a:cubicBezTo>
                    <a:pt x="537" y="693"/>
                    <a:pt x="694" y="536"/>
                    <a:pt x="694" y="347"/>
                  </a:cubicBezTo>
                  <a:cubicBezTo>
                    <a:pt x="694" y="158"/>
                    <a:pt x="537" y="0"/>
                    <a:pt x="34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4743;p79"/>
            <p:cNvSpPr/>
            <p:nvPr/>
          </p:nvSpPr>
          <p:spPr>
            <a:xfrm>
              <a:off x="-47052400" y="2852375"/>
              <a:ext cx="17350" cy="17350"/>
            </a:xfrm>
            <a:custGeom>
              <a:avLst/>
              <a:gdLst/>
              <a:ahLst/>
              <a:cxnLst/>
              <a:rect l="l" t="t" r="r" b="b"/>
              <a:pathLst>
                <a:path w="694" h="694" extrusionOk="0">
                  <a:moveTo>
                    <a:pt x="347" y="0"/>
                  </a:moveTo>
                  <a:cubicBezTo>
                    <a:pt x="126" y="0"/>
                    <a:pt x="0" y="158"/>
                    <a:pt x="0" y="347"/>
                  </a:cubicBezTo>
                  <a:cubicBezTo>
                    <a:pt x="0" y="536"/>
                    <a:pt x="126" y="693"/>
                    <a:pt x="347" y="693"/>
                  </a:cubicBezTo>
                  <a:cubicBezTo>
                    <a:pt x="536" y="693"/>
                    <a:pt x="693" y="536"/>
                    <a:pt x="693" y="347"/>
                  </a:cubicBezTo>
                  <a:cubicBezTo>
                    <a:pt x="693" y="158"/>
                    <a:pt x="536" y="0"/>
                    <a:pt x="347"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4744;p79"/>
            <p:cNvSpPr/>
            <p:nvPr/>
          </p:nvSpPr>
          <p:spPr>
            <a:xfrm>
              <a:off x="-47051625" y="2957900"/>
              <a:ext cx="87450" cy="17350"/>
            </a:xfrm>
            <a:custGeom>
              <a:avLst/>
              <a:gdLst/>
              <a:ahLst/>
              <a:cxnLst/>
              <a:rect l="l" t="t" r="r" b="b"/>
              <a:pathLst>
                <a:path w="3498" h="694" extrusionOk="0">
                  <a:moveTo>
                    <a:pt x="347" y="1"/>
                  </a:moveTo>
                  <a:cubicBezTo>
                    <a:pt x="158" y="1"/>
                    <a:pt x="1" y="158"/>
                    <a:pt x="1" y="347"/>
                  </a:cubicBezTo>
                  <a:cubicBezTo>
                    <a:pt x="1" y="536"/>
                    <a:pt x="158" y="694"/>
                    <a:pt x="347" y="694"/>
                  </a:cubicBezTo>
                  <a:lnTo>
                    <a:pt x="3151" y="694"/>
                  </a:lnTo>
                  <a:cubicBezTo>
                    <a:pt x="3340" y="694"/>
                    <a:pt x="3498" y="536"/>
                    <a:pt x="3498" y="347"/>
                  </a:cubicBezTo>
                  <a:cubicBezTo>
                    <a:pt x="3498" y="158"/>
                    <a:pt x="3340" y="1"/>
                    <a:pt x="3151"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4745;p79"/>
            <p:cNvSpPr/>
            <p:nvPr/>
          </p:nvSpPr>
          <p:spPr>
            <a:xfrm>
              <a:off x="-47051625" y="2923250"/>
              <a:ext cx="87450" cy="17350"/>
            </a:xfrm>
            <a:custGeom>
              <a:avLst/>
              <a:gdLst/>
              <a:ahLst/>
              <a:cxnLst/>
              <a:rect l="l" t="t" r="r" b="b"/>
              <a:pathLst>
                <a:path w="3498" h="694" extrusionOk="0">
                  <a:moveTo>
                    <a:pt x="347" y="1"/>
                  </a:moveTo>
                  <a:cubicBezTo>
                    <a:pt x="158" y="1"/>
                    <a:pt x="1" y="158"/>
                    <a:pt x="1" y="347"/>
                  </a:cubicBezTo>
                  <a:cubicBezTo>
                    <a:pt x="1" y="536"/>
                    <a:pt x="158" y="694"/>
                    <a:pt x="347" y="694"/>
                  </a:cubicBezTo>
                  <a:lnTo>
                    <a:pt x="3151" y="694"/>
                  </a:lnTo>
                  <a:cubicBezTo>
                    <a:pt x="3340" y="694"/>
                    <a:pt x="3498" y="536"/>
                    <a:pt x="3498" y="347"/>
                  </a:cubicBezTo>
                  <a:cubicBezTo>
                    <a:pt x="3498" y="158"/>
                    <a:pt x="3340" y="1"/>
                    <a:pt x="3151"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746;p79"/>
            <p:cNvSpPr/>
            <p:nvPr/>
          </p:nvSpPr>
          <p:spPr>
            <a:xfrm>
              <a:off x="-47017750" y="2852375"/>
              <a:ext cx="35450" cy="17350"/>
            </a:xfrm>
            <a:custGeom>
              <a:avLst/>
              <a:gdLst/>
              <a:ahLst/>
              <a:cxnLst/>
              <a:rect l="l" t="t" r="r" b="b"/>
              <a:pathLst>
                <a:path w="1418" h="694" extrusionOk="0">
                  <a:moveTo>
                    <a:pt x="378" y="0"/>
                  </a:moveTo>
                  <a:cubicBezTo>
                    <a:pt x="158" y="0"/>
                    <a:pt x="0" y="158"/>
                    <a:pt x="0" y="347"/>
                  </a:cubicBezTo>
                  <a:cubicBezTo>
                    <a:pt x="0" y="536"/>
                    <a:pt x="158" y="693"/>
                    <a:pt x="378" y="693"/>
                  </a:cubicBezTo>
                  <a:lnTo>
                    <a:pt x="1072" y="693"/>
                  </a:lnTo>
                  <a:cubicBezTo>
                    <a:pt x="1261" y="693"/>
                    <a:pt x="1418" y="536"/>
                    <a:pt x="1418" y="347"/>
                  </a:cubicBezTo>
                  <a:cubicBezTo>
                    <a:pt x="1418" y="158"/>
                    <a:pt x="1261" y="0"/>
                    <a:pt x="107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4747;p79"/>
            <p:cNvSpPr/>
            <p:nvPr/>
          </p:nvSpPr>
          <p:spPr>
            <a:xfrm>
              <a:off x="-46964975" y="2852375"/>
              <a:ext cx="35450" cy="17350"/>
            </a:xfrm>
            <a:custGeom>
              <a:avLst/>
              <a:gdLst/>
              <a:ahLst/>
              <a:cxnLst/>
              <a:rect l="l" t="t" r="r" b="b"/>
              <a:pathLst>
                <a:path w="1418" h="694" extrusionOk="0">
                  <a:moveTo>
                    <a:pt x="347" y="0"/>
                  </a:moveTo>
                  <a:cubicBezTo>
                    <a:pt x="158" y="0"/>
                    <a:pt x="0" y="158"/>
                    <a:pt x="0" y="347"/>
                  </a:cubicBezTo>
                  <a:cubicBezTo>
                    <a:pt x="0" y="536"/>
                    <a:pt x="158" y="693"/>
                    <a:pt x="347" y="693"/>
                  </a:cubicBezTo>
                  <a:lnTo>
                    <a:pt x="1040" y="693"/>
                  </a:lnTo>
                  <a:cubicBezTo>
                    <a:pt x="1260" y="693"/>
                    <a:pt x="1418" y="536"/>
                    <a:pt x="1418" y="347"/>
                  </a:cubicBezTo>
                  <a:cubicBezTo>
                    <a:pt x="1418" y="158"/>
                    <a:pt x="1260" y="0"/>
                    <a:pt x="1040"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13298;p75"/>
          <p:cNvSpPr/>
          <p:nvPr/>
        </p:nvSpPr>
        <p:spPr>
          <a:xfrm>
            <a:off x="9593237" y="5074025"/>
            <a:ext cx="680463" cy="661046"/>
          </a:xfrm>
          <a:custGeom>
            <a:avLst/>
            <a:gdLst/>
            <a:ahLst/>
            <a:cxnLst/>
            <a:rect l="l" t="t" r="r" b="b"/>
            <a:pathLst>
              <a:path w="19329" h="19325" extrusionOk="0">
                <a:moveTo>
                  <a:pt x="9062" y="1229"/>
                </a:moveTo>
                <a:lnTo>
                  <a:pt x="9062" y="4539"/>
                </a:lnTo>
                <a:cubicBezTo>
                  <a:pt x="8470" y="4557"/>
                  <a:pt x="7885" y="4602"/>
                  <a:pt x="7311" y="4674"/>
                </a:cubicBezTo>
                <a:cubicBezTo>
                  <a:pt x="7223" y="4339"/>
                  <a:pt x="7036" y="4037"/>
                  <a:pt x="6773" y="3811"/>
                </a:cubicBezTo>
                <a:cubicBezTo>
                  <a:pt x="7392" y="2428"/>
                  <a:pt x="8211" y="1513"/>
                  <a:pt x="9062" y="1229"/>
                </a:cubicBezTo>
                <a:close/>
                <a:moveTo>
                  <a:pt x="10194" y="1226"/>
                </a:moveTo>
                <a:cubicBezTo>
                  <a:pt x="11278" y="1586"/>
                  <a:pt x="12272" y="2944"/>
                  <a:pt x="12912" y="4835"/>
                </a:cubicBezTo>
                <a:cubicBezTo>
                  <a:pt x="12015" y="4662"/>
                  <a:pt x="11106" y="4566"/>
                  <a:pt x="10194" y="4539"/>
                </a:cubicBezTo>
                <a:lnTo>
                  <a:pt x="10194" y="1226"/>
                </a:lnTo>
                <a:close/>
                <a:moveTo>
                  <a:pt x="5665" y="4530"/>
                </a:moveTo>
                <a:cubicBezTo>
                  <a:pt x="6170" y="4530"/>
                  <a:pt x="6423" y="5139"/>
                  <a:pt x="6067" y="5496"/>
                </a:cubicBezTo>
                <a:cubicBezTo>
                  <a:pt x="5950" y="5611"/>
                  <a:pt x="5808" y="5663"/>
                  <a:pt x="5669" y="5663"/>
                </a:cubicBezTo>
                <a:cubicBezTo>
                  <a:pt x="5378" y="5663"/>
                  <a:pt x="5101" y="5438"/>
                  <a:pt x="5101" y="5097"/>
                </a:cubicBezTo>
                <a:cubicBezTo>
                  <a:pt x="5101" y="4783"/>
                  <a:pt x="5351" y="4530"/>
                  <a:pt x="5665" y="4530"/>
                </a:cubicBezTo>
                <a:close/>
                <a:moveTo>
                  <a:pt x="6743" y="1643"/>
                </a:moveTo>
                <a:cubicBezTo>
                  <a:pt x="6363" y="2129"/>
                  <a:pt x="6019" y="2718"/>
                  <a:pt x="5717" y="3397"/>
                </a:cubicBezTo>
                <a:lnTo>
                  <a:pt x="5665" y="3397"/>
                </a:lnTo>
                <a:cubicBezTo>
                  <a:pt x="4578" y="3397"/>
                  <a:pt x="3769" y="4406"/>
                  <a:pt x="4008" y="5469"/>
                </a:cubicBezTo>
                <a:cubicBezTo>
                  <a:pt x="3075" y="5822"/>
                  <a:pt x="2277" y="6266"/>
                  <a:pt x="1646" y="6773"/>
                </a:cubicBezTo>
                <a:cubicBezTo>
                  <a:pt x="2507" y="4394"/>
                  <a:pt x="4373" y="2516"/>
                  <a:pt x="6743" y="1643"/>
                </a:cubicBezTo>
                <a:close/>
                <a:moveTo>
                  <a:pt x="12510" y="1631"/>
                </a:moveTo>
                <a:lnTo>
                  <a:pt x="12510" y="1631"/>
                </a:lnTo>
                <a:cubicBezTo>
                  <a:pt x="14926" y="2500"/>
                  <a:pt x="16828" y="4403"/>
                  <a:pt x="17698" y="6818"/>
                </a:cubicBezTo>
                <a:cubicBezTo>
                  <a:pt x="17269" y="6483"/>
                  <a:pt x="16810" y="6196"/>
                  <a:pt x="16327" y="5955"/>
                </a:cubicBezTo>
                <a:cubicBezTo>
                  <a:pt x="15645" y="5614"/>
                  <a:pt x="14932" y="5342"/>
                  <a:pt x="14195" y="5136"/>
                </a:cubicBezTo>
                <a:cubicBezTo>
                  <a:pt x="13933" y="4203"/>
                  <a:pt x="13585" y="3349"/>
                  <a:pt x="13169" y="2612"/>
                </a:cubicBezTo>
                <a:cubicBezTo>
                  <a:pt x="12975" y="2268"/>
                  <a:pt x="12755" y="1942"/>
                  <a:pt x="12510" y="1631"/>
                </a:cubicBezTo>
                <a:close/>
                <a:moveTo>
                  <a:pt x="4636" y="6444"/>
                </a:moveTo>
                <a:cubicBezTo>
                  <a:pt x="4684" y="6483"/>
                  <a:pt x="4738" y="6519"/>
                  <a:pt x="4793" y="6553"/>
                </a:cubicBezTo>
                <a:cubicBezTo>
                  <a:pt x="4651" y="7407"/>
                  <a:pt x="4566" y="8268"/>
                  <a:pt x="4542" y="9134"/>
                </a:cubicBezTo>
                <a:lnTo>
                  <a:pt x="1230" y="9134"/>
                </a:lnTo>
                <a:cubicBezTo>
                  <a:pt x="1568" y="8083"/>
                  <a:pt x="2821" y="7081"/>
                  <a:pt x="4636" y="6444"/>
                </a:cubicBezTo>
                <a:close/>
                <a:moveTo>
                  <a:pt x="9062" y="5674"/>
                </a:moveTo>
                <a:lnTo>
                  <a:pt x="9062" y="9134"/>
                </a:lnTo>
                <a:lnTo>
                  <a:pt x="5674" y="9134"/>
                </a:lnTo>
                <a:cubicBezTo>
                  <a:pt x="5698" y="8343"/>
                  <a:pt x="5774" y="7558"/>
                  <a:pt x="5904" y="6776"/>
                </a:cubicBezTo>
                <a:lnTo>
                  <a:pt x="5904" y="6779"/>
                </a:lnTo>
                <a:cubicBezTo>
                  <a:pt x="6462" y="6698"/>
                  <a:pt x="6949" y="6344"/>
                  <a:pt x="7196" y="5834"/>
                </a:cubicBezTo>
                <a:cubicBezTo>
                  <a:pt x="7815" y="5746"/>
                  <a:pt x="8437" y="5692"/>
                  <a:pt x="9062" y="5674"/>
                </a:cubicBezTo>
                <a:close/>
                <a:moveTo>
                  <a:pt x="10194" y="5671"/>
                </a:moveTo>
                <a:cubicBezTo>
                  <a:pt x="11227" y="5701"/>
                  <a:pt x="12257" y="5834"/>
                  <a:pt x="13265" y="6063"/>
                </a:cubicBezTo>
                <a:cubicBezTo>
                  <a:pt x="13422" y="6743"/>
                  <a:pt x="13534" y="7431"/>
                  <a:pt x="13597" y="8126"/>
                </a:cubicBezTo>
                <a:cubicBezTo>
                  <a:pt x="13144" y="8310"/>
                  <a:pt x="12794" y="8675"/>
                  <a:pt x="12631" y="9134"/>
                </a:cubicBezTo>
                <a:lnTo>
                  <a:pt x="10194" y="9134"/>
                </a:lnTo>
                <a:lnTo>
                  <a:pt x="10194" y="5671"/>
                </a:lnTo>
                <a:close/>
                <a:moveTo>
                  <a:pt x="14497" y="6417"/>
                </a:moveTo>
                <a:cubicBezTo>
                  <a:pt x="14950" y="6571"/>
                  <a:pt x="15391" y="6752"/>
                  <a:pt x="15817" y="6966"/>
                </a:cubicBezTo>
                <a:cubicBezTo>
                  <a:pt x="17037" y="7585"/>
                  <a:pt x="17837" y="8352"/>
                  <a:pt x="18099" y="9137"/>
                </a:cubicBezTo>
                <a:lnTo>
                  <a:pt x="15835" y="9134"/>
                </a:lnTo>
                <a:cubicBezTo>
                  <a:pt x="15654" y="8627"/>
                  <a:pt x="15243" y="8234"/>
                  <a:pt x="14730" y="8077"/>
                </a:cubicBezTo>
                <a:cubicBezTo>
                  <a:pt x="14678" y="7519"/>
                  <a:pt x="14603" y="6966"/>
                  <a:pt x="14497" y="6417"/>
                </a:cubicBezTo>
                <a:close/>
                <a:moveTo>
                  <a:pt x="14241" y="9137"/>
                </a:moveTo>
                <a:cubicBezTo>
                  <a:pt x="14555" y="9137"/>
                  <a:pt x="14808" y="9391"/>
                  <a:pt x="14808" y="9702"/>
                </a:cubicBezTo>
                <a:cubicBezTo>
                  <a:pt x="14808" y="10016"/>
                  <a:pt x="14555" y="10270"/>
                  <a:pt x="14241" y="10270"/>
                </a:cubicBezTo>
                <a:lnTo>
                  <a:pt x="14241" y="10267"/>
                </a:lnTo>
                <a:lnTo>
                  <a:pt x="14204" y="10267"/>
                </a:lnTo>
                <a:cubicBezTo>
                  <a:pt x="13902" y="10251"/>
                  <a:pt x="13667" y="10004"/>
                  <a:pt x="13667" y="9702"/>
                </a:cubicBezTo>
                <a:cubicBezTo>
                  <a:pt x="13667" y="9403"/>
                  <a:pt x="13899" y="9155"/>
                  <a:pt x="14195" y="9137"/>
                </a:cubicBezTo>
                <a:close/>
                <a:moveTo>
                  <a:pt x="18099" y="10270"/>
                </a:moveTo>
                <a:cubicBezTo>
                  <a:pt x="17861" y="10967"/>
                  <a:pt x="17194" y="11643"/>
                  <a:pt x="16161" y="12217"/>
                </a:cubicBezTo>
                <a:cubicBezTo>
                  <a:pt x="15632" y="12504"/>
                  <a:pt x="15080" y="12742"/>
                  <a:pt x="14506" y="12930"/>
                </a:cubicBezTo>
                <a:cubicBezTo>
                  <a:pt x="14606" y="12407"/>
                  <a:pt x="14678" y="11873"/>
                  <a:pt x="14730" y="11323"/>
                </a:cubicBezTo>
                <a:lnTo>
                  <a:pt x="14730" y="11326"/>
                </a:lnTo>
                <a:cubicBezTo>
                  <a:pt x="15243" y="11166"/>
                  <a:pt x="15654" y="10774"/>
                  <a:pt x="15835" y="10270"/>
                </a:cubicBezTo>
                <a:close/>
                <a:moveTo>
                  <a:pt x="4542" y="10267"/>
                </a:moveTo>
                <a:cubicBezTo>
                  <a:pt x="4566" y="11163"/>
                  <a:pt x="4660" y="12060"/>
                  <a:pt x="4820" y="12945"/>
                </a:cubicBezTo>
                <a:cubicBezTo>
                  <a:pt x="2927" y="12320"/>
                  <a:pt x="1583" y="11351"/>
                  <a:pt x="1230" y="10267"/>
                </a:cubicBezTo>
                <a:close/>
                <a:moveTo>
                  <a:pt x="9062" y="10267"/>
                </a:moveTo>
                <a:lnTo>
                  <a:pt x="9062" y="12628"/>
                </a:lnTo>
                <a:cubicBezTo>
                  <a:pt x="8603" y="12791"/>
                  <a:pt x="8238" y="13141"/>
                  <a:pt x="8054" y="13594"/>
                </a:cubicBezTo>
                <a:cubicBezTo>
                  <a:pt x="7377" y="13534"/>
                  <a:pt x="6707" y="13428"/>
                  <a:pt x="6046" y="13280"/>
                </a:cubicBezTo>
                <a:cubicBezTo>
                  <a:pt x="5828" y="12290"/>
                  <a:pt x="5702" y="11281"/>
                  <a:pt x="5674" y="10267"/>
                </a:cubicBezTo>
                <a:close/>
                <a:moveTo>
                  <a:pt x="12631" y="10267"/>
                </a:moveTo>
                <a:cubicBezTo>
                  <a:pt x="12794" y="10725"/>
                  <a:pt x="13144" y="11091"/>
                  <a:pt x="13597" y="11275"/>
                </a:cubicBezTo>
                <a:cubicBezTo>
                  <a:pt x="13534" y="11945"/>
                  <a:pt x="13431" y="12613"/>
                  <a:pt x="13280" y="13268"/>
                </a:cubicBezTo>
                <a:cubicBezTo>
                  <a:pt x="12595" y="13422"/>
                  <a:pt x="11900" y="13531"/>
                  <a:pt x="11203" y="13594"/>
                </a:cubicBezTo>
                <a:cubicBezTo>
                  <a:pt x="11019" y="13141"/>
                  <a:pt x="10653" y="12791"/>
                  <a:pt x="10194" y="12628"/>
                </a:cubicBezTo>
                <a:lnTo>
                  <a:pt x="10194" y="10267"/>
                </a:lnTo>
                <a:close/>
                <a:moveTo>
                  <a:pt x="9627" y="13678"/>
                </a:moveTo>
                <a:cubicBezTo>
                  <a:pt x="9923" y="13678"/>
                  <a:pt x="10170" y="13905"/>
                  <a:pt x="10191" y="14201"/>
                </a:cubicBezTo>
                <a:lnTo>
                  <a:pt x="10191" y="14231"/>
                </a:lnTo>
                <a:cubicBezTo>
                  <a:pt x="10191" y="14231"/>
                  <a:pt x="10191" y="14234"/>
                  <a:pt x="10191" y="14237"/>
                </a:cubicBezTo>
                <a:cubicBezTo>
                  <a:pt x="10188" y="14545"/>
                  <a:pt x="9938" y="14793"/>
                  <a:pt x="9630" y="14796"/>
                </a:cubicBezTo>
                <a:cubicBezTo>
                  <a:pt x="9319" y="14796"/>
                  <a:pt x="9065" y="14545"/>
                  <a:pt x="9062" y="14237"/>
                </a:cubicBezTo>
                <a:lnTo>
                  <a:pt x="9062" y="14231"/>
                </a:lnTo>
                <a:lnTo>
                  <a:pt x="9062" y="14201"/>
                </a:lnTo>
                <a:cubicBezTo>
                  <a:pt x="9083" y="13905"/>
                  <a:pt x="9331" y="13678"/>
                  <a:pt x="9627" y="13678"/>
                </a:cubicBezTo>
                <a:close/>
                <a:moveTo>
                  <a:pt x="1640" y="12579"/>
                </a:moveTo>
                <a:lnTo>
                  <a:pt x="1640" y="12579"/>
                </a:lnTo>
                <a:cubicBezTo>
                  <a:pt x="1936" y="12812"/>
                  <a:pt x="2250" y="13020"/>
                  <a:pt x="2579" y="13204"/>
                </a:cubicBezTo>
                <a:cubicBezTo>
                  <a:pt x="3313" y="13615"/>
                  <a:pt x="4168" y="13953"/>
                  <a:pt x="5110" y="14213"/>
                </a:cubicBezTo>
                <a:cubicBezTo>
                  <a:pt x="5496" y="15620"/>
                  <a:pt x="6061" y="16813"/>
                  <a:pt x="6752" y="17691"/>
                </a:cubicBezTo>
                <a:cubicBezTo>
                  <a:pt x="4373" y="16828"/>
                  <a:pt x="2501" y="14956"/>
                  <a:pt x="1640" y="12579"/>
                </a:cubicBezTo>
                <a:close/>
                <a:moveTo>
                  <a:pt x="17698" y="12555"/>
                </a:moveTo>
                <a:cubicBezTo>
                  <a:pt x="16837" y="14938"/>
                  <a:pt x="14932" y="16831"/>
                  <a:pt x="12535" y="17691"/>
                </a:cubicBezTo>
                <a:cubicBezTo>
                  <a:pt x="12770" y="17395"/>
                  <a:pt x="12981" y="17081"/>
                  <a:pt x="13169" y="16752"/>
                </a:cubicBezTo>
                <a:cubicBezTo>
                  <a:pt x="13594" y="16013"/>
                  <a:pt x="13945" y="15149"/>
                  <a:pt x="14213" y="14201"/>
                </a:cubicBezTo>
                <a:cubicBezTo>
                  <a:pt x="15140" y="13944"/>
                  <a:pt x="15986" y="13609"/>
                  <a:pt x="16713" y="13204"/>
                </a:cubicBezTo>
                <a:cubicBezTo>
                  <a:pt x="17058" y="13014"/>
                  <a:pt x="17387" y="12797"/>
                  <a:pt x="17698" y="12555"/>
                </a:cubicBezTo>
                <a:close/>
                <a:moveTo>
                  <a:pt x="6381" y="14503"/>
                </a:moveTo>
                <a:cubicBezTo>
                  <a:pt x="6906" y="14602"/>
                  <a:pt x="7450" y="14678"/>
                  <a:pt x="8005" y="14726"/>
                </a:cubicBezTo>
                <a:cubicBezTo>
                  <a:pt x="8162" y="15240"/>
                  <a:pt x="8555" y="15650"/>
                  <a:pt x="9062" y="15831"/>
                </a:cubicBezTo>
                <a:lnTo>
                  <a:pt x="9062" y="18096"/>
                </a:lnTo>
                <a:cubicBezTo>
                  <a:pt x="8286" y="17833"/>
                  <a:pt x="7531" y="17048"/>
                  <a:pt x="6933" y="15853"/>
                </a:cubicBezTo>
                <a:cubicBezTo>
                  <a:pt x="6716" y="15415"/>
                  <a:pt x="6532" y="14965"/>
                  <a:pt x="6381" y="14503"/>
                </a:cubicBezTo>
                <a:close/>
                <a:moveTo>
                  <a:pt x="12933" y="14497"/>
                </a:moveTo>
                <a:cubicBezTo>
                  <a:pt x="12740" y="15083"/>
                  <a:pt x="12486" y="15650"/>
                  <a:pt x="12184" y="16188"/>
                </a:cubicBezTo>
                <a:cubicBezTo>
                  <a:pt x="11595" y="17211"/>
                  <a:pt x="10904" y="17869"/>
                  <a:pt x="10194" y="18099"/>
                </a:cubicBezTo>
                <a:lnTo>
                  <a:pt x="10194" y="15831"/>
                </a:lnTo>
                <a:cubicBezTo>
                  <a:pt x="10702" y="15650"/>
                  <a:pt x="11094" y="15240"/>
                  <a:pt x="11251" y="14726"/>
                </a:cubicBezTo>
                <a:cubicBezTo>
                  <a:pt x="11828" y="14675"/>
                  <a:pt x="12390" y="14596"/>
                  <a:pt x="12933" y="14497"/>
                </a:cubicBezTo>
                <a:close/>
                <a:moveTo>
                  <a:pt x="9630" y="0"/>
                </a:moveTo>
                <a:cubicBezTo>
                  <a:pt x="7063" y="0"/>
                  <a:pt x="4645" y="1015"/>
                  <a:pt x="2821" y="2860"/>
                </a:cubicBezTo>
                <a:cubicBezTo>
                  <a:pt x="1012" y="4678"/>
                  <a:pt x="1" y="7138"/>
                  <a:pt x="4" y="9702"/>
                </a:cubicBezTo>
                <a:cubicBezTo>
                  <a:pt x="4" y="15016"/>
                  <a:pt x="4313" y="19325"/>
                  <a:pt x="9630" y="19325"/>
                </a:cubicBezTo>
                <a:cubicBezTo>
                  <a:pt x="9634" y="19325"/>
                  <a:pt x="9637" y="19325"/>
                  <a:pt x="9641" y="19325"/>
                </a:cubicBezTo>
                <a:cubicBezTo>
                  <a:pt x="12198" y="19325"/>
                  <a:pt x="14654" y="18314"/>
                  <a:pt x="16469" y="16508"/>
                </a:cubicBezTo>
                <a:cubicBezTo>
                  <a:pt x="18314" y="14687"/>
                  <a:pt x="19328" y="12268"/>
                  <a:pt x="19328" y="9702"/>
                </a:cubicBezTo>
                <a:cubicBezTo>
                  <a:pt x="19328" y="8407"/>
                  <a:pt x="19069" y="7129"/>
                  <a:pt x="18558" y="5940"/>
                </a:cubicBezTo>
                <a:cubicBezTo>
                  <a:pt x="18066" y="4789"/>
                  <a:pt x="17360" y="3741"/>
                  <a:pt x="16472" y="2857"/>
                </a:cubicBezTo>
                <a:cubicBezTo>
                  <a:pt x="15587" y="1969"/>
                  <a:pt x="14539" y="1263"/>
                  <a:pt x="13389" y="770"/>
                </a:cubicBezTo>
                <a:cubicBezTo>
                  <a:pt x="12199" y="260"/>
                  <a:pt x="10922" y="0"/>
                  <a:pt x="9630"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52" name="Grupo 51"/>
          <p:cNvGrpSpPr/>
          <p:nvPr/>
        </p:nvGrpSpPr>
        <p:grpSpPr>
          <a:xfrm>
            <a:off x="9970916" y="5502529"/>
            <a:ext cx="416411" cy="317497"/>
            <a:chOff x="9344011" y="3701983"/>
            <a:chExt cx="2033740" cy="2438841"/>
          </a:xfrm>
          <a:solidFill>
            <a:schemeClr val="tx1"/>
          </a:solidFill>
        </p:grpSpPr>
        <p:sp>
          <p:nvSpPr>
            <p:cNvPr id="53" name="Rectángulo 52"/>
            <p:cNvSpPr/>
            <p:nvPr/>
          </p:nvSpPr>
          <p:spPr>
            <a:xfrm>
              <a:off x="9344011" y="5558118"/>
              <a:ext cx="233083" cy="582706"/>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54" name="Rectángulo 53"/>
            <p:cNvSpPr/>
            <p:nvPr/>
          </p:nvSpPr>
          <p:spPr>
            <a:xfrm>
              <a:off x="9793648" y="5217459"/>
              <a:ext cx="214973" cy="923365"/>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55" name="Rectángulo 54"/>
            <p:cNvSpPr/>
            <p:nvPr/>
          </p:nvSpPr>
          <p:spPr>
            <a:xfrm>
              <a:off x="10185397" y="4701354"/>
              <a:ext cx="224861" cy="1439470"/>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56" name="Rectángulo 55"/>
            <p:cNvSpPr/>
            <p:nvPr/>
          </p:nvSpPr>
          <p:spPr>
            <a:xfrm>
              <a:off x="10610283" y="4185261"/>
              <a:ext cx="268942" cy="1955563"/>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57" name="Rectángulo 56"/>
            <p:cNvSpPr/>
            <p:nvPr/>
          </p:nvSpPr>
          <p:spPr>
            <a:xfrm>
              <a:off x="11031625" y="3701983"/>
              <a:ext cx="346126" cy="2438841"/>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grpSp>
      <p:grpSp>
        <p:nvGrpSpPr>
          <p:cNvPr id="85" name="Grupo 84"/>
          <p:cNvGrpSpPr/>
          <p:nvPr/>
        </p:nvGrpSpPr>
        <p:grpSpPr>
          <a:xfrm>
            <a:off x="5056224" y="2658846"/>
            <a:ext cx="1344579" cy="492219"/>
            <a:chOff x="6221506" y="2961980"/>
            <a:chExt cx="1219200" cy="355771"/>
          </a:xfrm>
        </p:grpSpPr>
        <p:sp>
          <p:nvSpPr>
            <p:cNvPr id="59" name="Rectángulo 58"/>
            <p:cNvSpPr/>
            <p:nvPr/>
          </p:nvSpPr>
          <p:spPr>
            <a:xfrm>
              <a:off x="6221506" y="2961980"/>
              <a:ext cx="1212863" cy="355771"/>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cxnSp>
          <p:nvCxnSpPr>
            <p:cNvPr id="60" name="Conector recto 59"/>
            <p:cNvCxnSpPr/>
            <p:nvPr/>
          </p:nvCxnSpPr>
          <p:spPr>
            <a:xfrm>
              <a:off x="6227843" y="3251846"/>
              <a:ext cx="12128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1" name="Google Shape;14716;p79"/>
            <p:cNvGrpSpPr/>
            <p:nvPr/>
          </p:nvGrpSpPr>
          <p:grpSpPr>
            <a:xfrm>
              <a:off x="6283295" y="3001775"/>
              <a:ext cx="157276" cy="212272"/>
              <a:chOff x="-44528075" y="1982825"/>
              <a:chExt cx="300900" cy="301700"/>
            </a:xfrm>
            <a:solidFill>
              <a:schemeClr val="tx1"/>
            </a:solidFill>
          </p:grpSpPr>
          <p:sp>
            <p:nvSpPr>
              <p:cNvPr id="80" name="Google Shape;14717;p79"/>
              <p:cNvSpPr/>
              <p:nvPr/>
            </p:nvSpPr>
            <p:spPr>
              <a:xfrm>
                <a:off x="-44528075" y="1982825"/>
                <a:ext cx="300900" cy="301700"/>
              </a:xfrm>
              <a:custGeom>
                <a:avLst/>
                <a:gdLst/>
                <a:ahLst/>
                <a:cxnLst/>
                <a:rect l="l" t="t" r="r" b="b"/>
                <a:pathLst>
                  <a:path w="12036" h="12068" extrusionOk="0">
                    <a:moveTo>
                      <a:pt x="9547" y="2175"/>
                    </a:moveTo>
                    <a:cubicBezTo>
                      <a:pt x="9736" y="2175"/>
                      <a:pt x="9893" y="2332"/>
                      <a:pt x="9893" y="2521"/>
                    </a:cubicBezTo>
                    <a:lnTo>
                      <a:pt x="9893" y="9547"/>
                    </a:lnTo>
                    <a:cubicBezTo>
                      <a:pt x="9893" y="9736"/>
                      <a:pt x="9736" y="9893"/>
                      <a:pt x="9547" y="9893"/>
                    </a:cubicBezTo>
                    <a:lnTo>
                      <a:pt x="2552" y="9893"/>
                    </a:lnTo>
                    <a:cubicBezTo>
                      <a:pt x="2332" y="9893"/>
                      <a:pt x="2206" y="9736"/>
                      <a:pt x="2206" y="9547"/>
                    </a:cubicBezTo>
                    <a:lnTo>
                      <a:pt x="2206" y="2521"/>
                    </a:lnTo>
                    <a:cubicBezTo>
                      <a:pt x="2206" y="2332"/>
                      <a:pt x="2332" y="2175"/>
                      <a:pt x="2552" y="2175"/>
                    </a:cubicBezTo>
                    <a:close/>
                    <a:moveTo>
                      <a:pt x="3183" y="1"/>
                    </a:moveTo>
                    <a:cubicBezTo>
                      <a:pt x="2994" y="1"/>
                      <a:pt x="2836" y="158"/>
                      <a:pt x="2836" y="347"/>
                    </a:cubicBezTo>
                    <a:lnTo>
                      <a:pt x="2836" y="1419"/>
                    </a:lnTo>
                    <a:lnTo>
                      <a:pt x="2458" y="1419"/>
                    </a:lnTo>
                    <a:cubicBezTo>
                      <a:pt x="1891" y="1419"/>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2"/>
                      <a:pt x="1" y="4601"/>
                    </a:cubicBezTo>
                    <a:cubicBezTo>
                      <a:pt x="1" y="4821"/>
                      <a:pt x="158" y="4979"/>
                      <a:pt x="347" y="4979"/>
                    </a:cubicBezTo>
                    <a:lnTo>
                      <a:pt x="1418" y="4979"/>
                    </a:lnTo>
                    <a:lnTo>
                      <a:pt x="1418" y="5672"/>
                    </a:lnTo>
                    <a:lnTo>
                      <a:pt x="347" y="5672"/>
                    </a:lnTo>
                    <a:cubicBezTo>
                      <a:pt x="158" y="5672"/>
                      <a:pt x="1" y="5829"/>
                      <a:pt x="1" y="6018"/>
                    </a:cubicBezTo>
                    <a:cubicBezTo>
                      <a:pt x="1" y="6239"/>
                      <a:pt x="158" y="6396"/>
                      <a:pt x="347" y="6396"/>
                    </a:cubicBezTo>
                    <a:lnTo>
                      <a:pt x="1418" y="6396"/>
                    </a:lnTo>
                    <a:lnTo>
                      <a:pt x="1418" y="7090"/>
                    </a:lnTo>
                    <a:lnTo>
                      <a:pt x="347" y="7090"/>
                    </a:lnTo>
                    <a:cubicBezTo>
                      <a:pt x="158" y="7090"/>
                      <a:pt x="1" y="7247"/>
                      <a:pt x="1" y="7436"/>
                    </a:cubicBezTo>
                    <a:cubicBezTo>
                      <a:pt x="1" y="7657"/>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50"/>
                      <a:pt x="2458" y="10650"/>
                    </a:cubicBezTo>
                    <a:lnTo>
                      <a:pt x="2836" y="10650"/>
                    </a:lnTo>
                    <a:lnTo>
                      <a:pt x="2836" y="11689"/>
                    </a:lnTo>
                    <a:cubicBezTo>
                      <a:pt x="2836" y="11910"/>
                      <a:pt x="2994" y="12067"/>
                      <a:pt x="3183" y="12067"/>
                    </a:cubicBezTo>
                    <a:cubicBezTo>
                      <a:pt x="3372" y="12067"/>
                      <a:pt x="3529" y="11910"/>
                      <a:pt x="3529" y="11689"/>
                    </a:cubicBezTo>
                    <a:lnTo>
                      <a:pt x="3529" y="10555"/>
                    </a:lnTo>
                    <a:lnTo>
                      <a:pt x="4254" y="10555"/>
                    </a:lnTo>
                    <a:lnTo>
                      <a:pt x="4254" y="11626"/>
                    </a:lnTo>
                    <a:cubicBezTo>
                      <a:pt x="4254" y="11815"/>
                      <a:pt x="4411" y="11973"/>
                      <a:pt x="4600" y="11973"/>
                    </a:cubicBezTo>
                    <a:cubicBezTo>
                      <a:pt x="4789" y="11973"/>
                      <a:pt x="4947" y="11815"/>
                      <a:pt x="4947" y="11626"/>
                    </a:cubicBezTo>
                    <a:lnTo>
                      <a:pt x="4947" y="10555"/>
                    </a:lnTo>
                    <a:lnTo>
                      <a:pt x="5671" y="10555"/>
                    </a:lnTo>
                    <a:lnTo>
                      <a:pt x="5671" y="11626"/>
                    </a:lnTo>
                    <a:cubicBezTo>
                      <a:pt x="5671" y="11815"/>
                      <a:pt x="5829" y="11973"/>
                      <a:pt x="6018" y="11973"/>
                    </a:cubicBezTo>
                    <a:cubicBezTo>
                      <a:pt x="6207" y="11973"/>
                      <a:pt x="6365" y="11815"/>
                      <a:pt x="6365" y="11626"/>
                    </a:cubicBezTo>
                    <a:lnTo>
                      <a:pt x="6365" y="10555"/>
                    </a:lnTo>
                    <a:lnTo>
                      <a:pt x="7089" y="10555"/>
                    </a:lnTo>
                    <a:lnTo>
                      <a:pt x="7089" y="11626"/>
                    </a:lnTo>
                    <a:cubicBezTo>
                      <a:pt x="7089" y="11815"/>
                      <a:pt x="7247" y="11973"/>
                      <a:pt x="7436" y="11973"/>
                    </a:cubicBezTo>
                    <a:cubicBezTo>
                      <a:pt x="7625" y="11973"/>
                      <a:pt x="7782" y="11815"/>
                      <a:pt x="7782" y="11626"/>
                    </a:cubicBezTo>
                    <a:lnTo>
                      <a:pt x="7782" y="10555"/>
                    </a:lnTo>
                    <a:lnTo>
                      <a:pt x="8507" y="10555"/>
                    </a:lnTo>
                    <a:lnTo>
                      <a:pt x="8507" y="11626"/>
                    </a:lnTo>
                    <a:cubicBezTo>
                      <a:pt x="8507" y="11815"/>
                      <a:pt x="8664" y="11973"/>
                      <a:pt x="8853" y="11973"/>
                    </a:cubicBezTo>
                    <a:cubicBezTo>
                      <a:pt x="9042" y="11973"/>
                      <a:pt x="9200" y="11815"/>
                      <a:pt x="9200" y="11626"/>
                    </a:cubicBezTo>
                    <a:lnTo>
                      <a:pt x="9200" y="10555"/>
                    </a:lnTo>
                    <a:lnTo>
                      <a:pt x="9547" y="10555"/>
                    </a:lnTo>
                    <a:cubicBezTo>
                      <a:pt x="10145" y="10555"/>
                      <a:pt x="10618" y="10082"/>
                      <a:pt x="10618" y="9484"/>
                    </a:cubicBezTo>
                    <a:lnTo>
                      <a:pt x="10618" y="9137"/>
                    </a:lnTo>
                    <a:lnTo>
                      <a:pt x="11689" y="9137"/>
                    </a:lnTo>
                    <a:cubicBezTo>
                      <a:pt x="11878" y="9137"/>
                      <a:pt x="12035" y="8980"/>
                      <a:pt x="12035" y="8791"/>
                    </a:cubicBezTo>
                    <a:cubicBezTo>
                      <a:pt x="12035" y="8602"/>
                      <a:pt x="11878" y="8444"/>
                      <a:pt x="11689" y="8444"/>
                    </a:cubicBezTo>
                    <a:lnTo>
                      <a:pt x="10618" y="8444"/>
                    </a:lnTo>
                    <a:lnTo>
                      <a:pt x="10618" y="7720"/>
                    </a:lnTo>
                    <a:lnTo>
                      <a:pt x="11689" y="7720"/>
                    </a:lnTo>
                    <a:cubicBezTo>
                      <a:pt x="11878" y="7720"/>
                      <a:pt x="12035" y="7562"/>
                      <a:pt x="12035" y="7373"/>
                    </a:cubicBezTo>
                    <a:cubicBezTo>
                      <a:pt x="12035" y="7153"/>
                      <a:pt x="11878" y="6995"/>
                      <a:pt x="11689" y="6995"/>
                    </a:cubicBezTo>
                    <a:lnTo>
                      <a:pt x="10618" y="6995"/>
                    </a:lnTo>
                    <a:lnTo>
                      <a:pt x="10618" y="6302"/>
                    </a:lnTo>
                    <a:lnTo>
                      <a:pt x="11689" y="6302"/>
                    </a:lnTo>
                    <a:cubicBezTo>
                      <a:pt x="11878" y="6302"/>
                      <a:pt x="12035" y="6144"/>
                      <a:pt x="12035" y="5955"/>
                    </a:cubicBezTo>
                    <a:cubicBezTo>
                      <a:pt x="12035" y="5735"/>
                      <a:pt x="11878" y="5577"/>
                      <a:pt x="11689" y="5577"/>
                    </a:cubicBezTo>
                    <a:lnTo>
                      <a:pt x="10618" y="5577"/>
                    </a:lnTo>
                    <a:lnTo>
                      <a:pt x="10618" y="4884"/>
                    </a:lnTo>
                    <a:lnTo>
                      <a:pt x="11689" y="4884"/>
                    </a:lnTo>
                    <a:lnTo>
                      <a:pt x="11689" y="4979"/>
                    </a:lnTo>
                    <a:cubicBezTo>
                      <a:pt x="11878" y="4979"/>
                      <a:pt x="12035" y="4821"/>
                      <a:pt x="12035" y="4601"/>
                    </a:cubicBezTo>
                    <a:cubicBezTo>
                      <a:pt x="12035" y="4412"/>
                      <a:pt x="11878" y="4254"/>
                      <a:pt x="11689" y="4254"/>
                    </a:cubicBezTo>
                    <a:lnTo>
                      <a:pt x="10618" y="4254"/>
                    </a:lnTo>
                    <a:lnTo>
                      <a:pt x="10618" y="3529"/>
                    </a:lnTo>
                    <a:lnTo>
                      <a:pt x="11689" y="3529"/>
                    </a:lnTo>
                    <a:cubicBezTo>
                      <a:pt x="11878" y="3529"/>
                      <a:pt x="12035" y="3372"/>
                      <a:pt x="12035" y="3183"/>
                    </a:cubicBezTo>
                    <a:cubicBezTo>
                      <a:pt x="12035" y="2994"/>
                      <a:pt x="11878" y="2836"/>
                      <a:pt x="11689" y="2836"/>
                    </a:cubicBezTo>
                    <a:lnTo>
                      <a:pt x="10618" y="2836"/>
                    </a:lnTo>
                    <a:lnTo>
                      <a:pt x="10618" y="2490"/>
                    </a:lnTo>
                    <a:cubicBezTo>
                      <a:pt x="10618" y="1891"/>
                      <a:pt x="10145" y="1419"/>
                      <a:pt x="9547" y="1419"/>
                    </a:cubicBezTo>
                    <a:lnTo>
                      <a:pt x="9200" y="1419"/>
                    </a:lnTo>
                    <a:lnTo>
                      <a:pt x="9200" y="347"/>
                    </a:lnTo>
                    <a:cubicBezTo>
                      <a:pt x="9200" y="158"/>
                      <a:pt x="9042" y="1"/>
                      <a:pt x="8853" y="1"/>
                    </a:cubicBezTo>
                    <a:cubicBezTo>
                      <a:pt x="8664" y="1"/>
                      <a:pt x="8507" y="158"/>
                      <a:pt x="8507" y="347"/>
                    </a:cubicBezTo>
                    <a:lnTo>
                      <a:pt x="8507" y="1419"/>
                    </a:lnTo>
                    <a:lnTo>
                      <a:pt x="7782" y="1419"/>
                    </a:lnTo>
                    <a:lnTo>
                      <a:pt x="7782" y="347"/>
                    </a:lnTo>
                    <a:cubicBezTo>
                      <a:pt x="7782" y="158"/>
                      <a:pt x="7625" y="1"/>
                      <a:pt x="7436" y="1"/>
                    </a:cubicBezTo>
                    <a:cubicBezTo>
                      <a:pt x="7247" y="1"/>
                      <a:pt x="7089" y="158"/>
                      <a:pt x="7089" y="347"/>
                    </a:cubicBezTo>
                    <a:lnTo>
                      <a:pt x="7089" y="1419"/>
                    </a:lnTo>
                    <a:lnTo>
                      <a:pt x="6365" y="1419"/>
                    </a:lnTo>
                    <a:lnTo>
                      <a:pt x="6365" y="347"/>
                    </a:lnTo>
                    <a:cubicBezTo>
                      <a:pt x="6365" y="158"/>
                      <a:pt x="6207" y="1"/>
                      <a:pt x="6018" y="1"/>
                    </a:cubicBezTo>
                    <a:cubicBezTo>
                      <a:pt x="5829" y="1"/>
                      <a:pt x="5671" y="158"/>
                      <a:pt x="5671" y="347"/>
                    </a:cubicBezTo>
                    <a:lnTo>
                      <a:pt x="5671" y="1419"/>
                    </a:lnTo>
                    <a:lnTo>
                      <a:pt x="4947" y="1419"/>
                    </a:lnTo>
                    <a:lnTo>
                      <a:pt x="4947" y="347"/>
                    </a:lnTo>
                    <a:cubicBezTo>
                      <a:pt x="4947" y="158"/>
                      <a:pt x="4789" y="1"/>
                      <a:pt x="4600" y="1"/>
                    </a:cubicBezTo>
                    <a:cubicBezTo>
                      <a:pt x="4411" y="1"/>
                      <a:pt x="4254" y="158"/>
                      <a:pt x="4254" y="347"/>
                    </a:cubicBezTo>
                    <a:lnTo>
                      <a:pt x="4254" y="1419"/>
                    </a:lnTo>
                    <a:lnTo>
                      <a:pt x="3529" y="1419"/>
                    </a:lnTo>
                    <a:lnTo>
                      <a:pt x="3529" y="347"/>
                    </a:lnTo>
                    <a:cubicBezTo>
                      <a:pt x="3529" y="158"/>
                      <a:pt x="3372" y="1"/>
                      <a:pt x="31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4718;p79"/>
              <p:cNvSpPr/>
              <p:nvPr/>
            </p:nvSpPr>
            <p:spPr>
              <a:xfrm>
                <a:off x="-44455600" y="2053725"/>
                <a:ext cx="17350" cy="18125"/>
              </a:xfrm>
              <a:custGeom>
                <a:avLst/>
                <a:gdLst/>
                <a:ahLst/>
                <a:cxnLst/>
                <a:rect l="l" t="t" r="r" b="b"/>
                <a:pathLst>
                  <a:path w="694" h="725" extrusionOk="0">
                    <a:moveTo>
                      <a:pt x="347" y="0"/>
                    </a:moveTo>
                    <a:cubicBezTo>
                      <a:pt x="158" y="0"/>
                      <a:pt x="0" y="158"/>
                      <a:pt x="0" y="347"/>
                    </a:cubicBezTo>
                    <a:cubicBezTo>
                      <a:pt x="0" y="567"/>
                      <a:pt x="158" y="725"/>
                      <a:pt x="347" y="725"/>
                    </a:cubicBezTo>
                    <a:cubicBezTo>
                      <a:pt x="536" y="725"/>
                      <a:pt x="693" y="567"/>
                      <a:pt x="693" y="347"/>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4719;p79"/>
              <p:cNvSpPr/>
              <p:nvPr/>
            </p:nvSpPr>
            <p:spPr>
              <a:xfrm>
                <a:off x="-44455600"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4720;p79"/>
              <p:cNvSpPr/>
              <p:nvPr/>
            </p:nvSpPr>
            <p:spPr>
              <a:xfrm>
                <a:off x="-44314625"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4721;p79"/>
              <p:cNvSpPr/>
              <p:nvPr/>
            </p:nvSpPr>
            <p:spPr>
              <a:xfrm>
                <a:off x="-44314625" y="2053725"/>
                <a:ext cx="17350" cy="18125"/>
              </a:xfrm>
              <a:custGeom>
                <a:avLst/>
                <a:gdLst/>
                <a:ahLst/>
                <a:cxnLst/>
                <a:rect l="l" t="t" r="r" b="b"/>
                <a:pathLst>
                  <a:path w="694" h="725" extrusionOk="0">
                    <a:moveTo>
                      <a:pt x="347" y="0"/>
                    </a:moveTo>
                    <a:cubicBezTo>
                      <a:pt x="158" y="0"/>
                      <a:pt x="0" y="158"/>
                      <a:pt x="0" y="347"/>
                    </a:cubicBezTo>
                    <a:cubicBezTo>
                      <a:pt x="0" y="536"/>
                      <a:pt x="158" y="725"/>
                      <a:pt x="347" y="725"/>
                    </a:cubicBezTo>
                    <a:cubicBezTo>
                      <a:pt x="536" y="725"/>
                      <a:pt x="694" y="536"/>
                      <a:pt x="694" y="347"/>
                    </a:cubicBezTo>
                    <a:cubicBezTo>
                      <a:pt x="694"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14716;p79"/>
            <p:cNvGrpSpPr/>
            <p:nvPr/>
          </p:nvGrpSpPr>
          <p:grpSpPr>
            <a:xfrm>
              <a:off x="6928616" y="2995356"/>
              <a:ext cx="143684" cy="234565"/>
              <a:chOff x="-44528075" y="1982825"/>
              <a:chExt cx="300900" cy="301700"/>
            </a:xfrm>
            <a:solidFill>
              <a:schemeClr val="tx1"/>
            </a:solidFill>
          </p:grpSpPr>
          <p:sp>
            <p:nvSpPr>
              <p:cNvPr id="75" name="Google Shape;14717;p79"/>
              <p:cNvSpPr/>
              <p:nvPr/>
            </p:nvSpPr>
            <p:spPr>
              <a:xfrm>
                <a:off x="-44528075" y="1982825"/>
                <a:ext cx="300900" cy="301700"/>
              </a:xfrm>
              <a:custGeom>
                <a:avLst/>
                <a:gdLst/>
                <a:ahLst/>
                <a:cxnLst/>
                <a:rect l="l" t="t" r="r" b="b"/>
                <a:pathLst>
                  <a:path w="12036" h="12068" extrusionOk="0">
                    <a:moveTo>
                      <a:pt x="9547" y="2175"/>
                    </a:moveTo>
                    <a:cubicBezTo>
                      <a:pt x="9736" y="2175"/>
                      <a:pt x="9893" y="2332"/>
                      <a:pt x="9893" y="2521"/>
                    </a:cubicBezTo>
                    <a:lnTo>
                      <a:pt x="9893" y="9547"/>
                    </a:lnTo>
                    <a:cubicBezTo>
                      <a:pt x="9893" y="9736"/>
                      <a:pt x="9736" y="9893"/>
                      <a:pt x="9547" y="9893"/>
                    </a:cubicBezTo>
                    <a:lnTo>
                      <a:pt x="2552" y="9893"/>
                    </a:lnTo>
                    <a:cubicBezTo>
                      <a:pt x="2332" y="9893"/>
                      <a:pt x="2206" y="9736"/>
                      <a:pt x="2206" y="9547"/>
                    </a:cubicBezTo>
                    <a:lnTo>
                      <a:pt x="2206" y="2521"/>
                    </a:lnTo>
                    <a:cubicBezTo>
                      <a:pt x="2206" y="2332"/>
                      <a:pt x="2332" y="2175"/>
                      <a:pt x="2552" y="2175"/>
                    </a:cubicBezTo>
                    <a:close/>
                    <a:moveTo>
                      <a:pt x="3183" y="1"/>
                    </a:moveTo>
                    <a:cubicBezTo>
                      <a:pt x="2994" y="1"/>
                      <a:pt x="2836" y="158"/>
                      <a:pt x="2836" y="347"/>
                    </a:cubicBezTo>
                    <a:lnTo>
                      <a:pt x="2836" y="1419"/>
                    </a:lnTo>
                    <a:lnTo>
                      <a:pt x="2458" y="1419"/>
                    </a:lnTo>
                    <a:cubicBezTo>
                      <a:pt x="1891" y="1419"/>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2"/>
                      <a:pt x="1" y="4601"/>
                    </a:cubicBezTo>
                    <a:cubicBezTo>
                      <a:pt x="1" y="4821"/>
                      <a:pt x="158" y="4979"/>
                      <a:pt x="347" y="4979"/>
                    </a:cubicBezTo>
                    <a:lnTo>
                      <a:pt x="1418" y="4979"/>
                    </a:lnTo>
                    <a:lnTo>
                      <a:pt x="1418" y="5672"/>
                    </a:lnTo>
                    <a:lnTo>
                      <a:pt x="347" y="5672"/>
                    </a:lnTo>
                    <a:cubicBezTo>
                      <a:pt x="158" y="5672"/>
                      <a:pt x="1" y="5829"/>
                      <a:pt x="1" y="6018"/>
                    </a:cubicBezTo>
                    <a:cubicBezTo>
                      <a:pt x="1" y="6239"/>
                      <a:pt x="158" y="6396"/>
                      <a:pt x="347" y="6396"/>
                    </a:cubicBezTo>
                    <a:lnTo>
                      <a:pt x="1418" y="6396"/>
                    </a:lnTo>
                    <a:lnTo>
                      <a:pt x="1418" y="7090"/>
                    </a:lnTo>
                    <a:lnTo>
                      <a:pt x="347" y="7090"/>
                    </a:lnTo>
                    <a:cubicBezTo>
                      <a:pt x="158" y="7090"/>
                      <a:pt x="1" y="7247"/>
                      <a:pt x="1" y="7436"/>
                    </a:cubicBezTo>
                    <a:cubicBezTo>
                      <a:pt x="1" y="7657"/>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50"/>
                      <a:pt x="2458" y="10650"/>
                    </a:cubicBezTo>
                    <a:lnTo>
                      <a:pt x="2836" y="10650"/>
                    </a:lnTo>
                    <a:lnTo>
                      <a:pt x="2836" y="11689"/>
                    </a:lnTo>
                    <a:cubicBezTo>
                      <a:pt x="2836" y="11910"/>
                      <a:pt x="2994" y="12067"/>
                      <a:pt x="3183" y="12067"/>
                    </a:cubicBezTo>
                    <a:cubicBezTo>
                      <a:pt x="3372" y="12067"/>
                      <a:pt x="3529" y="11910"/>
                      <a:pt x="3529" y="11689"/>
                    </a:cubicBezTo>
                    <a:lnTo>
                      <a:pt x="3529" y="10555"/>
                    </a:lnTo>
                    <a:lnTo>
                      <a:pt x="4254" y="10555"/>
                    </a:lnTo>
                    <a:lnTo>
                      <a:pt x="4254" y="11626"/>
                    </a:lnTo>
                    <a:cubicBezTo>
                      <a:pt x="4254" y="11815"/>
                      <a:pt x="4411" y="11973"/>
                      <a:pt x="4600" y="11973"/>
                    </a:cubicBezTo>
                    <a:cubicBezTo>
                      <a:pt x="4789" y="11973"/>
                      <a:pt x="4947" y="11815"/>
                      <a:pt x="4947" y="11626"/>
                    </a:cubicBezTo>
                    <a:lnTo>
                      <a:pt x="4947" y="10555"/>
                    </a:lnTo>
                    <a:lnTo>
                      <a:pt x="5671" y="10555"/>
                    </a:lnTo>
                    <a:lnTo>
                      <a:pt x="5671" y="11626"/>
                    </a:lnTo>
                    <a:cubicBezTo>
                      <a:pt x="5671" y="11815"/>
                      <a:pt x="5829" y="11973"/>
                      <a:pt x="6018" y="11973"/>
                    </a:cubicBezTo>
                    <a:cubicBezTo>
                      <a:pt x="6207" y="11973"/>
                      <a:pt x="6365" y="11815"/>
                      <a:pt x="6365" y="11626"/>
                    </a:cubicBezTo>
                    <a:lnTo>
                      <a:pt x="6365" y="10555"/>
                    </a:lnTo>
                    <a:lnTo>
                      <a:pt x="7089" y="10555"/>
                    </a:lnTo>
                    <a:lnTo>
                      <a:pt x="7089" y="11626"/>
                    </a:lnTo>
                    <a:cubicBezTo>
                      <a:pt x="7089" y="11815"/>
                      <a:pt x="7247" y="11973"/>
                      <a:pt x="7436" y="11973"/>
                    </a:cubicBezTo>
                    <a:cubicBezTo>
                      <a:pt x="7625" y="11973"/>
                      <a:pt x="7782" y="11815"/>
                      <a:pt x="7782" y="11626"/>
                    </a:cubicBezTo>
                    <a:lnTo>
                      <a:pt x="7782" y="10555"/>
                    </a:lnTo>
                    <a:lnTo>
                      <a:pt x="8507" y="10555"/>
                    </a:lnTo>
                    <a:lnTo>
                      <a:pt x="8507" y="11626"/>
                    </a:lnTo>
                    <a:cubicBezTo>
                      <a:pt x="8507" y="11815"/>
                      <a:pt x="8664" y="11973"/>
                      <a:pt x="8853" y="11973"/>
                    </a:cubicBezTo>
                    <a:cubicBezTo>
                      <a:pt x="9042" y="11973"/>
                      <a:pt x="9200" y="11815"/>
                      <a:pt x="9200" y="11626"/>
                    </a:cubicBezTo>
                    <a:lnTo>
                      <a:pt x="9200" y="10555"/>
                    </a:lnTo>
                    <a:lnTo>
                      <a:pt x="9547" y="10555"/>
                    </a:lnTo>
                    <a:cubicBezTo>
                      <a:pt x="10145" y="10555"/>
                      <a:pt x="10618" y="10082"/>
                      <a:pt x="10618" y="9484"/>
                    </a:cubicBezTo>
                    <a:lnTo>
                      <a:pt x="10618" y="9137"/>
                    </a:lnTo>
                    <a:lnTo>
                      <a:pt x="11689" y="9137"/>
                    </a:lnTo>
                    <a:cubicBezTo>
                      <a:pt x="11878" y="9137"/>
                      <a:pt x="12035" y="8980"/>
                      <a:pt x="12035" y="8791"/>
                    </a:cubicBezTo>
                    <a:cubicBezTo>
                      <a:pt x="12035" y="8602"/>
                      <a:pt x="11878" y="8444"/>
                      <a:pt x="11689" y="8444"/>
                    </a:cubicBezTo>
                    <a:lnTo>
                      <a:pt x="10618" y="8444"/>
                    </a:lnTo>
                    <a:lnTo>
                      <a:pt x="10618" y="7720"/>
                    </a:lnTo>
                    <a:lnTo>
                      <a:pt x="11689" y="7720"/>
                    </a:lnTo>
                    <a:cubicBezTo>
                      <a:pt x="11878" y="7720"/>
                      <a:pt x="12035" y="7562"/>
                      <a:pt x="12035" y="7373"/>
                    </a:cubicBezTo>
                    <a:cubicBezTo>
                      <a:pt x="12035" y="7153"/>
                      <a:pt x="11878" y="6995"/>
                      <a:pt x="11689" y="6995"/>
                    </a:cubicBezTo>
                    <a:lnTo>
                      <a:pt x="10618" y="6995"/>
                    </a:lnTo>
                    <a:lnTo>
                      <a:pt x="10618" y="6302"/>
                    </a:lnTo>
                    <a:lnTo>
                      <a:pt x="11689" y="6302"/>
                    </a:lnTo>
                    <a:cubicBezTo>
                      <a:pt x="11878" y="6302"/>
                      <a:pt x="12035" y="6144"/>
                      <a:pt x="12035" y="5955"/>
                    </a:cubicBezTo>
                    <a:cubicBezTo>
                      <a:pt x="12035" y="5735"/>
                      <a:pt x="11878" y="5577"/>
                      <a:pt x="11689" y="5577"/>
                    </a:cubicBezTo>
                    <a:lnTo>
                      <a:pt x="10618" y="5577"/>
                    </a:lnTo>
                    <a:lnTo>
                      <a:pt x="10618" y="4884"/>
                    </a:lnTo>
                    <a:lnTo>
                      <a:pt x="11689" y="4884"/>
                    </a:lnTo>
                    <a:lnTo>
                      <a:pt x="11689" y="4979"/>
                    </a:lnTo>
                    <a:cubicBezTo>
                      <a:pt x="11878" y="4979"/>
                      <a:pt x="12035" y="4821"/>
                      <a:pt x="12035" y="4601"/>
                    </a:cubicBezTo>
                    <a:cubicBezTo>
                      <a:pt x="12035" y="4412"/>
                      <a:pt x="11878" y="4254"/>
                      <a:pt x="11689" y="4254"/>
                    </a:cubicBezTo>
                    <a:lnTo>
                      <a:pt x="10618" y="4254"/>
                    </a:lnTo>
                    <a:lnTo>
                      <a:pt x="10618" y="3529"/>
                    </a:lnTo>
                    <a:lnTo>
                      <a:pt x="11689" y="3529"/>
                    </a:lnTo>
                    <a:cubicBezTo>
                      <a:pt x="11878" y="3529"/>
                      <a:pt x="12035" y="3372"/>
                      <a:pt x="12035" y="3183"/>
                    </a:cubicBezTo>
                    <a:cubicBezTo>
                      <a:pt x="12035" y="2994"/>
                      <a:pt x="11878" y="2836"/>
                      <a:pt x="11689" y="2836"/>
                    </a:cubicBezTo>
                    <a:lnTo>
                      <a:pt x="10618" y="2836"/>
                    </a:lnTo>
                    <a:lnTo>
                      <a:pt x="10618" y="2490"/>
                    </a:lnTo>
                    <a:cubicBezTo>
                      <a:pt x="10618" y="1891"/>
                      <a:pt x="10145" y="1419"/>
                      <a:pt x="9547" y="1419"/>
                    </a:cubicBezTo>
                    <a:lnTo>
                      <a:pt x="9200" y="1419"/>
                    </a:lnTo>
                    <a:lnTo>
                      <a:pt x="9200" y="347"/>
                    </a:lnTo>
                    <a:cubicBezTo>
                      <a:pt x="9200" y="158"/>
                      <a:pt x="9042" y="1"/>
                      <a:pt x="8853" y="1"/>
                    </a:cubicBezTo>
                    <a:cubicBezTo>
                      <a:pt x="8664" y="1"/>
                      <a:pt x="8507" y="158"/>
                      <a:pt x="8507" y="347"/>
                    </a:cubicBezTo>
                    <a:lnTo>
                      <a:pt x="8507" y="1419"/>
                    </a:lnTo>
                    <a:lnTo>
                      <a:pt x="7782" y="1419"/>
                    </a:lnTo>
                    <a:lnTo>
                      <a:pt x="7782" y="347"/>
                    </a:lnTo>
                    <a:cubicBezTo>
                      <a:pt x="7782" y="158"/>
                      <a:pt x="7625" y="1"/>
                      <a:pt x="7436" y="1"/>
                    </a:cubicBezTo>
                    <a:cubicBezTo>
                      <a:pt x="7247" y="1"/>
                      <a:pt x="7089" y="158"/>
                      <a:pt x="7089" y="347"/>
                    </a:cubicBezTo>
                    <a:lnTo>
                      <a:pt x="7089" y="1419"/>
                    </a:lnTo>
                    <a:lnTo>
                      <a:pt x="6365" y="1419"/>
                    </a:lnTo>
                    <a:lnTo>
                      <a:pt x="6365" y="347"/>
                    </a:lnTo>
                    <a:cubicBezTo>
                      <a:pt x="6365" y="158"/>
                      <a:pt x="6207" y="1"/>
                      <a:pt x="6018" y="1"/>
                    </a:cubicBezTo>
                    <a:cubicBezTo>
                      <a:pt x="5829" y="1"/>
                      <a:pt x="5671" y="158"/>
                      <a:pt x="5671" y="347"/>
                    </a:cubicBezTo>
                    <a:lnTo>
                      <a:pt x="5671" y="1419"/>
                    </a:lnTo>
                    <a:lnTo>
                      <a:pt x="4947" y="1419"/>
                    </a:lnTo>
                    <a:lnTo>
                      <a:pt x="4947" y="347"/>
                    </a:lnTo>
                    <a:cubicBezTo>
                      <a:pt x="4947" y="158"/>
                      <a:pt x="4789" y="1"/>
                      <a:pt x="4600" y="1"/>
                    </a:cubicBezTo>
                    <a:cubicBezTo>
                      <a:pt x="4411" y="1"/>
                      <a:pt x="4254" y="158"/>
                      <a:pt x="4254" y="347"/>
                    </a:cubicBezTo>
                    <a:lnTo>
                      <a:pt x="4254" y="1419"/>
                    </a:lnTo>
                    <a:lnTo>
                      <a:pt x="3529" y="1419"/>
                    </a:lnTo>
                    <a:lnTo>
                      <a:pt x="3529" y="347"/>
                    </a:lnTo>
                    <a:cubicBezTo>
                      <a:pt x="3529" y="158"/>
                      <a:pt x="3372" y="1"/>
                      <a:pt x="31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4718;p79"/>
              <p:cNvSpPr/>
              <p:nvPr/>
            </p:nvSpPr>
            <p:spPr>
              <a:xfrm>
                <a:off x="-44455600" y="2053725"/>
                <a:ext cx="17350" cy="18125"/>
              </a:xfrm>
              <a:custGeom>
                <a:avLst/>
                <a:gdLst/>
                <a:ahLst/>
                <a:cxnLst/>
                <a:rect l="l" t="t" r="r" b="b"/>
                <a:pathLst>
                  <a:path w="694" h="725" extrusionOk="0">
                    <a:moveTo>
                      <a:pt x="347" y="0"/>
                    </a:moveTo>
                    <a:cubicBezTo>
                      <a:pt x="158" y="0"/>
                      <a:pt x="0" y="158"/>
                      <a:pt x="0" y="347"/>
                    </a:cubicBezTo>
                    <a:cubicBezTo>
                      <a:pt x="0" y="567"/>
                      <a:pt x="158" y="725"/>
                      <a:pt x="347" y="725"/>
                    </a:cubicBezTo>
                    <a:cubicBezTo>
                      <a:pt x="536" y="725"/>
                      <a:pt x="693" y="567"/>
                      <a:pt x="693" y="347"/>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4719;p79"/>
              <p:cNvSpPr/>
              <p:nvPr/>
            </p:nvSpPr>
            <p:spPr>
              <a:xfrm>
                <a:off x="-44455600"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4720;p79"/>
              <p:cNvSpPr/>
              <p:nvPr/>
            </p:nvSpPr>
            <p:spPr>
              <a:xfrm>
                <a:off x="-44314625"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4721;p79"/>
              <p:cNvSpPr/>
              <p:nvPr/>
            </p:nvSpPr>
            <p:spPr>
              <a:xfrm>
                <a:off x="-44314625" y="2053725"/>
                <a:ext cx="17350" cy="18125"/>
              </a:xfrm>
              <a:custGeom>
                <a:avLst/>
                <a:gdLst/>
                <a:ahLst/>
                <a:cxnLst/>
                <a:rect l="l" t="t" r="r" b="b"/>
                <a:pathLst>
                  <a:path w="694" h="725" extrusionOk="0">
                    <a:moveTo>
                      <a:pt x="347" y="0"/>
                    </a:moveTo>
                    <a:cubicBezTo>
                      <a:pt x="158" y="0"/>
                      <a:pt x="0" y="158"/>
                      <a:pt x="0" y="347"/>
                    </a:cubicBezTo>
                    <a:cubicBezTo>
                      <a:pt x="0" y="536"/>
                      <a:pt x="158" y="725"/>
                      <a:pt x="347" y="725"/>
                    </a:cubicBezTo>
                    <a:cubicBezTo>
                      <a:pt x="536" y="725"/>
                      <a:pt x="694" y="536"/>
                      <a:pt x="694" y="347"/>
                    </a:cubicBezTo>
                    <a:cubicBezTo>
                      <a:pt x="694"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14716;p79"/>
            <p:cNvGrpSpPr/>
            <p:nvPr/>
          </p:nvGrpSpPr>
          <p:grpSpPr>
            <a:xfrm>
              <a:off x="7191340" y="2995356"/>
              <a:ext cx="140748" cy="234565"/>
              <a:chOff x="-44528075" y="1982825"/>
              <a:chExt cx="300900" cy="301700"/>
            </a:xfrm>
            <a:solidFill>
              <a:schemeClr val="tx1"/>
            </a:solidFill>
          </p:grpSpPr>
          <p:sp>
            <p:nvSpPr>
              <p:cNvPr id="70" name="Google Shape;14717;p79"/>
              <p:cNvSpPr/>
              <p:nvPr/>
            </p:nvSpPr>
            <p:spPr>
              <a:xfrm>
                <a:off x="-44528075" y="1982825"/>
                <a:ext cx="300900" cy="301700"/>
              </a:xfrm>
              <a:custGeom>
                <a:avLst/>
                <a:gdLst/>
                <a:ahLst/>
                <a:cxnLst/>
                <a:rect l="l" t="t" r="r" b="b"/>
                <a:pathLst>
                  <a:path w="12036" h="12068" extrusionOk="0">
                    <a:moveTo>
                      <a:pt x="9547" y="2175"/>
                    </a:moveTo>
                    <a:cubicBezTo>
                      <a:pt x="9736" y="2175"/>
                      <a:pt x="9893" y="2332"/>
                      <a:pt x="9893" y="2521"/>
                    </a:cubicBezTo>
                    <a:lnTo>
                      <a:pt x="9893" y="9547"/>
                    </a:lnTo>
                    <a:cubicBezTo>
                      <a:pt x="9893" y="9736"/>
                      <a:pt x="9736" y="9893"/>
                      <a:pt x="9547" y="9893"/>
                    </a:cubicBezTo>
                    <a:lnTo>
                      <a:pt x="2552" y="9893"/>
                    </a:lnTo>
                    <a:cubicBezTo>
                      <a:pt x="2332" y="9893"/>
                      <a:pt x="2206" y="9736"/>
                      <a:pt x="2206" y="9547"/>
                    </a:cubicBezTo>
                    <a:lnTo>
                      <a:pt x="2206" y="2521"/>
                    </a:lnTo>
                    <a:cubicBezTo>
                      <a:pt x="2206" y="2332"/>
                      <a:pt x="2332" y="2175"/>
                      <a:pt x="2552" y="2175"/>
                    </a:cubicBezTo>
                    <a:close/>
                    <a:moveTo>
                      <a:pt x="3183" y="1"/>
                    </a:moveTo>
                    <a:cubicBezTo>
                      <a:pt x="2994" y="1"/>
                      <a:pt x="2836" y="158"/>
                      <a:pt x="2836" y="347"/>
                    </a:cubicBezTo>
                    <a:lnTo>
                      <a:pt x="2836" y="1419"/>
                    </a:lnTo>
                    <a:lnTo>
                      <a:pt x="2458" y="1419"/>
                    </a:lnTo>
                    <a:cubicBezTo>
                      <a:pt x="1891" y="1419"/>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2"/>
                      <a:pt x="1" y="4601"/>
                    </a:cubicBezTo>
                    <a:cubicBezTo>
                      <a:pt x="1" y="4821"/>
                      <a:pt x="158" y="4979"/>
                      <a:pt x="347" y="4979"/>
                    </a:cubicBezTo>
                    <a:lnTo>
                      <a:pt x="1418" y="4979"/>
                    </a:lnTo>
                    <a:lnTo>
                      <a:pt x="1418" y="5672"/>
                    </a:lnTo>
                    <a:lnTo>
                      <a:pt x="347" y="5672"/>
                    </a:lnTo>
                    <a:cubicBezTo>
                      <a:pt x="158" y="5672"/>
                      <a:pt x="1" y="5829"/>
                      <a:pt x="1" y="6018"/>
                    </a:cubicBezTo>
                    <a:cubicBezTo>
                      <a:pt x="1" y="6239"/>
                      <a:pt x="158" y="6396"/>
                      <a:pt x="347" y="6396"/>
                    </a:cubicBezTo>
                    <a:lnTo>
                      <a:pt x="1418" y="6396"/>
                    </a:lnTo>
                    <a:lnTo>
                      <a:pt x="1418" y="7090"/>
                    </a:lnTo>
                    <a:lnTo>
                      <a:pt x="347" y="7090"/>
                    </a:lnTo>
                    <a:cubicBezTo>
                      <a:pt x="158" y="7090"/>
                      <a:pt x="1" y="7247"/>
                      <a:pt x="1" y="7436"/>
                    </a:cubicBezTo>
                    <a:cubicBezTo>
                      <a:pt x="1" y="7657"/>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50"/>
                      <a:pt x="2458" y="10650"/>
                    </a:cubicBezTo>
                    <a:lnTo>
                      <a:pt x="2836" y="10650"/>
                    </a:lnTo>
                    <a:lnTo>
                      <a:pt x="2836" y="11689"/>
                    </a:lnTo>
                    <a:cubicBezTo>
                      <a:pt x="2836" y="11910"/>
                      <a:pt x="2994" y="12067"/>
                      <a:pt x="3183" y="12067"/>
                    </a:cubicBezTo>
                    <a:cubicBezTo>
                      <a:pt x="3372" y="12067"/>
                      <a:pt x="3529" y="11910"/>
                      <a:pt x="3529" y="11689"/>
                    </a:cubicBezTo>
                    <a:lnTo>
                      <a:pt x="3529" y="10555"/>
                    </a:lnTo>
                    <a:lnTo>
                      <a:pt x="4254" y="10555"/>
                    </a:lnTo>
                    <a:lnTo>
                      <a:pt x="4254" y="11626"/>
                    </a:lnTo>
                    <a:cubicBezTo>
                      <a:pt x="4254" y="11815"/>
                      <a:pt x="4411" y="11973"/>
                      <a:pt x="4600" y="11973"/>
                    </a:cubicBezTo>
                    <a:cubicBezTo>
                      <a:pt x="4789" y="11973"/>
                      <a:pt x="4947" y="11815"/>
                      <a:pt x="4947" y="11626"/>
                    </a:cubicBezTo>
                    <a:lnTo>
                      <a:pt x="4947" y="10555"/>
                    </a:lnTo>
                    <a:lnTo>
                      <a:pt x="5671" y="10555"/>
                    </a:lnTo>
                    <a:lnTo>
                      <a:pt x="5671" y="11626"/>
                    </a:lnTo>
                    <a:cubicBezTo>
                      <a:pt x="5671" y="11815"/>
                      <a:pt x="5829" y="11973"/>
                      <a:pt x="6018" y="11973"/>
                    </a:cubicBezTo>
                    <a:cubicBezTo>
                      <a:pt x="6207" y="11973"/>
                      <a:pt x="6365" y="11815"/>
                      <a:pt x="6365" y="11626"/>
                    </a:cubicBezTo>
                    <a:lnTo>
                      <a:pt x="6365" y="10555"/>
                    </a:lnTo>
                    <a:lnTo>
                      <a:pt x="7089" y="10555"/>
                    </a:lnTo>
                    <a:lnTo>
                      <a:pt x="7089" y="11626"/>
                    </a:lnTo>
                    <a:cubicBezTo>
                      <a:pt x="7089" y="11815"/>
                      <a:pt x="7247" y="11973"/>
                      <a:pt x="7436" y="11973"/>
                    </a:cubicBezTo>
                    <a:cubicBezTo>
                      <a:pt x="7625" y="11973"/>
                      <a:pt x="7782" y="11815"/>
                      <a:pt x="7782" y="11626"/>
                    </a:cubicBezTo>
                    <a:lnTo>
                      <a:pt x="7782" y="10555"/>
                    </a:lnTo>
                    <a:lnTo>
                      <a:pt x="8507" y="10555"/>
                    </a:lnTo>
                    <a:lnTo>
                      <a:pt x="8507" y="11626"/>
                    </a:lnTo>
                    <a:cubicBezTo>
                      <a:pt x="8507" y="11815"/>
                      <a:pt x="8664" y="11973"/>
                      <a:pt x="8853" y="11973"/>
                    </a:cubicBezTo>
                    <a:cubicBezTo>
                      <a:pt x="9042" y="11973"/>
                      <a:pt x="9200" y="11815"/>
                      <a:pt x="9200" y="11626"/>
                    </a:cubicBezTo>
                    <a:lnTo>
                      <a:pt x="9200" y="10555"/>
                    </a:lnTo>
                    <a:lnTo>
                      <a:pt x="9547" y="10555"/>
                    </a:lnTo>
                    <a:cubicBezTo>
                      <a:pt x="10145" y="10555"/>
                      <a:pt x="10618" y="10082"/>
                      <a:pt x="10618" y="9484"/>
                    </a:cubicBezTo>
                    <a:lnTo>
                      <a:pt x="10618" y="9137"/>
                    </a:lnTo>
                    <a:lnTo>
                      <a:pt x="11689" y="9137"/>
                    </a:lnTo>
                    <a:cubicBezTo>
                      <a:pt x="11878" y="9137"/>
                      <a:pt x="12035" y="8980"/>
                      <a:pt x="12035" y="8791"/>
                    </a:cubicBezTo>
                    <a:cubicBezTo>
                      <a:pt x="12035" y="8602"/>
                      <a:pt x="11878" y="8444"/>
                      <a:pt x="11689" y="8444"/>
                    </a:cubicBezTo>
                    <a:lnTo>
                      <a:pt x="10618" y="8444"/>
                    </a:lnTo>
                    <a:lnTo>
                      <a:pt x="10618" y="7720"/>
                    </a:lnTo>
                    <a:lnTo>
                      <a:pt x="11689" y="7720"/>
                    </a:lnTo>
                    <a:cubicBezTo>
                      <a:pt x="11878" y="7720"/>
                      <a:pt x="12035" y="7562"/>
                      <a:pt x="12035" y="7373"/>
                    </a:cubicBezTo>
                    <a:cubicBezTo>
                      <a:pt x="12035" y="7153"/>
                      <a:pt x="11878" y="6995"/>
                      <a:pt x="11689" y="6995"/>
                    </a:cubicBezTo>
                    <a:lnTo>
                      <a:pt x="10618" y="6995"/>
                    </a:lnTo>
                    <a:lnTo>
                      <a:pt x="10618" y="6302"/>
                    </a:lnTo>
                    <a:lnTo>
                      <a:pt x="11689" y="6302"/>
                    </a:lnTo>
                    <a:cubicBezTo>
                      <a:pt x="11878" y="6302"/>
                      <a:pt x="12035" y="6144"/>
                      <a:pt x="12035" y="5955"/>
                    </a:cubicBezTo>
                    <a:cubicBezTo>
                      <a:pt x="12035" y="5735"/>
                      <a:pt x="11878" y="5577"/>
                      <a:pt x="11689" y="5577"/>
                    </a:cubicBezTo>
                    <a:lnTo>
                      <a:pt x="10618" y="5577"/>
                    </a:lnTo>
                    <a:lnTo>
                      <a:pt x="10618" y="4884"/>
                    </a:lnTo>
                    <a:lnTo>
                      <a:pt x="11689" y="4884"/>
                    </a:lnTo>
                    <a:lnTo>
                      <a:pt x="11689" y="4979"/>
                    </a:lnTo>
                    <a:cubicBezTo>
                      <a:pt x="11878" y="4979"/>
                      <a:pt x="12035" y="4821"/>
                      <a:pt x="12035" y="4601"/>
                    </a:cubicBezTo>
                    <a:cubicBezTo>
                      <a:pt x="12035" y="4412"/>
                      <a:pt x="11878" y="4254"/>
                      <a:pt x="11689" y="4254"/>
                    </a:cubicBezTo>
                    <a:lnTo>
                      <a:pt x="10618" y="4254"/>
                    </a:lnTo>
                    <a:lnTo>
                      <a:pt x="10618" y="3529"/>
                    </a:lnTo>
                    <a:lnTo>
                      <a:pt x="11689" y="3529"/>
                    </a:lnTo>
                    <a:cubicBezTo>
                      <a:pt x="11878" y="3529"/>
                      <a:pt x="12035" y="3372"/>
                      <a:pt x="12035" y="3183"/>
                    </a:cubicBezTo>
                    <a:cubicBezTo>
                      <a:pt x="12035" y="2994"/>
                      <a:pt x="11878" y="2836"/>
                      <a:pt x="11689" y="2836"/>
                    </a:cubicBezTo>
                    <a:lnTo>
                      <a:pt x="10618" y="2836"/>
                    </a:lnTo>
                    <a:lnTo>
                      <a:pt x="10618" y="2490"/>
                    </a:lnTo>
                    <a:cubicBezTo>
                      <a:pt x="10618" y="1891"/>
                      <a:pt x="10145" y="1419"/>
                      <a:pt x="9547" y="1419"/>
                    </a:cubicBezTo>
                    <a:lnTo>
                      <a:pt x="9200" y="1419"/>
                    </a:lnTo>
                    <a:lnTo>
                      <a:pt x="9200" y="347"/>
                    </a:lnTo>
                    <a:cubicBezTo>
                      <a:pt x="9200" y="158"/>
                      <a:pt x="9042" y="1"/>
                      <a:pt x="8853" y="1"/>
                    </a:cubicBezTo>
                    <a:cubicBezTo>
                      <a:pt x="8664" y="1"/>
                      <a:pt x="8507" y="158"/>
                      <a:pt x="8507" y="347"/>
                    </a:cubicBezTo>
                    <a:lnTo>
                      <a:pt x="8507" y="1419"/>
                    </a:lnTo>
                    <a:lnTo>
                      <a:pt x="7782" y="1419"/>
                    </a:lnTo>
                    <a:lnTo>
                      <a:pt x="7782" y="347"/>
                    </a:lnTo>
                    <a:cubicBezTo>
                      <a:pt x="7782" y="158"/>
                      <a:pt x="7625" y="1"/>
                      <a:pt x="7436" y="1"/>
                    </a:cubicBezTo>
                    <a:cubicBezTo>
                      <a:pt x="7247" y="1"/>
                      <a:pt x="7089" y="158"/>
                      <a:pt x="7089" y="347"/>
                    </a:cubicBezTo>
                    <a:lnTo>
                      <a:pt x="7089" y="1419"/>
                    </a:lnTo>
                    <a:lnTo>
                      <a:pt x="6365" y="1419"/>
                    </a:lnTo>
                    <a:lnTo>
                      <a:pt x="6365" y="347"/>
                    </a:lnTo>
                    <a:cubicBezTo>
                      <a:pt x="6365" y="158"/>
                      <a:pt x="6207" y="1"/>
                      <a:pt x="6018" y="1"/>
                    </a:cubicBezTo>
                    <a:cubicBezTo>
                      <a:pt x="5829" y="1"/>
                      <a:pt x="5671" y="158"/>
                      <a:pt x="5671" y="347"/>
                    </a:cubicBezTo>
                    <a:lnTo>
                      <a:pt x="5671" y="1419"/>
                    </a:lnTo>
                    <a:lnTo>
                      <a:pt x="4947" y="1419"/>
                    </a:lnTo>
                    <a:lnTo>
                      <a:pt x="4947" y="347"/>
                    </a:lnTo>
                    <a:cubicBezTo>
                      <a:pt x="4947" y="158"/>
                      <a:pt x="4789" y="1"/>
                      <a:pt x="4600" y="1"/>
                    </a:cubicBezTo>
                    <a:cubicBezTo>
                      <a:pt x="4411" y="1"/>
                      <a:pt x="4254" y="158"/>
                      <a:pt x="4254" y="347"/>
                    </a:cubicBezTo>
                    <a:lnTo>
                      <a:pt x="4254" y="1419"/>
                    </a:lnTo>
                    <a:lnTo>
                      <a:pt x="3529" y="1419"/>
                    </a:lnTo>
                    <a:lnTo>
                      <a:pt x="3529" y="347"/>
                    </a:lnTo>
                    <a:cubicBezTo>
                      <a:pt x="3529" y="158"/>
                      <a:pt x="3372" y="1"/>
                      <a:pt x="31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4718;p79"/>
              <p:cNvSpPr/>
              <p:nvPr/>
            </p:nvSpPr>
            <p:spPr>
              <a:xfrm>
                <a:off x="-44455600" y="2053725"/>
                <a:ext cx="17350" cy="18125"/>
              </a:xfrm>
              <a:custGeom>
                <a:avLst/>
                <a:gdLst/>
                <a:ahLst/>
                <a:cxnLst/>
                <a:rect l="l" t="t" r="r" b="b"/>
                <a:pathLst>
                  <a:path w="694" h="725" extrusionOk="0">
                    <a:moveTo>
                      <a:pt x="347" y="0"/>
                    </a:moveTo>
                    <a:cubicBezTo>
                      <a:pt x="158" y="0"/>
                      <a:pt x="0" y="158"/>
                      <a:pt x="0" y="347"/>
                    </a:cubicBezTo>
                    <a:cubicBezTo>
                      <a:pt x="0" y="567"/>
                      <a:pt x="158" y="725"/>
                      <a:pt x="347" y="725"/>
                    </a:cubicBezTo>
                    <a:cubicBezTo>
                      <a:pt x="536" y="725"/>
                      <a:pt x="693" y="567"/>
                      <a:pt x="693" y="347"/>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4719;p79"/>
              <p:cNvSpPr/>
              <p:nvPr/>
            </p:nvSpPr>
            <p:spPr>
              <a:xfrm>
                <a:off x="-44455600"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4720;p79"/>
              <p:cNvSpPr/>
              <p:nvPr/>
            </p:nvSpPr>
            <p:spPr>
              <a:xfrm>
                <a:off x="-44314625"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4721;p79"/>
              <p:cNvSpPr/>
              <p:nvPr/>
            </p:nvSpPr>
            <p:spPr>
              <a:xfrm>
                <a:off x="-44314625" y="2053725"/>
                <a:ext cx="17350" cy="18125"/>
              </a:xfrm>
              <a:custGeom>
                <a:avLst/>
                <a:gdLst/>
                <a:ahLst/>
                <a:cxnLst/>
                <a:rect l="l" t="t" r="r" b="b"/>
                <a:pathLst>
                  <a:path w="694" h="725" extrusionOk="0">
                    <a:moveTo>
                      <a:pt x="347" y="0"/>
                    </a:moveTo>
                    <a:cubicBezTo>
                      <a:pt x="158" y="0"/>
                      <a:pt x="0" y="158"/>
                      <a:pt x="0" y="347"/>
                    </a:cubicBezTo>
                    <a:cubicBezTo>
                      <a:pt x="0" y="536"/>
                      <a:pt x="158" y="725"/>
                      <a:pt x="347" y="725"/>
                    </a:cubicBezTo>
                    <a:cubicBezTo>
                      <a:pt x="536" y="725"/>
                      <a:pt x="694" y="536"/>
                      <a:pt x="694" y="347"/>
                    </a:cubicBezTo>
                    <a:cubicBezTo>
                      <a:pt x="694"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14716;p79"/>
            <p:cNvGrpSpPr/>
            <p:nvPr/>
          </p:nvGrpSpPr>
          <p:grpSpPr>
            <a:xfrm>
              <a:off x="6530343" y="3000777"/>
              <a:ext cx="157276" cy="212272"/>
              <a:chOff x="-44528075" y="1982825"/>
              <a:chExt cx="300900" cy="301700"/>
            </a:xfrm>
            <a:solidFill>
              <a:schemeClr val="tx1"/>
            </a:solidFill>
          </p:grpSpPr>
          <p:sp>
            <p:nvSpPr>
              <p:cNvPr id="65" name="Google Shape;14717;p79"/>
              <p:cNvSpPr/>
              <p:nvPr/>
            </p:nvSpPr>
            <p:spPr>
              <a:xfrm>
                <a:off x="-44528075" y="1982825"/>
                <a:ext cx="300900" cy="301700"/>
              </a:xfrm>
              <a:custGeom>
                <a:avLst/>
                <a:gdLst/>
                <a:ahLst/>
                <a:cxnLst/>
                <a:rect l="l" t="t" r="r" b="b"/>
                <a:pathLst>
                  <a:path w="12036" h="12068" extrusionOk="0">
                    <a:moveTo>
                      <a:pt x="9547" y="2175"/>
                    </a:moveTo>
                    <a:cubicBezTo>
                      <a:pt x="9736" y="2175"/>
                      <a:pt x="9893" y="2332"/>
                      <a:pt x="9893" y="2521"/>
                    </a:cubicBezTo>
                    <a:lnTo>
                      <a:pt x="9893" y="9547"/>
                    </a:lnTo>
                    <a:cubicBezTo>
                      <a:pt x="9893" y="9736"/>
                      <a:pt x="9736" y="9893"/>
                      <a:pt x="9547" y="9893"/>
                    </a:cubicBezTo>
                    <a:lnTo>
                      <a:pt x="2552" y="9893"/>
                    </a:lnTo>
                    <a:cubicBezTo>
                      <a:pt x="2332" y="9893"/>
                      <a:pt x="2206" y="9736"/>
                      <a:pt x="2206" y="9547"/>
                    </a:cubicBezTo>
                    <a:lnTo>
                      <a:pt x="2206" y="2521"/>
                    </a:lnTo>
                    <a:cubicBezTo>
                      <a:pt x="2206" y="2332"/>
                      <a:pt x="2332" y="2175"/>
                      <a:pt x="2552" y="2175"/>
                    </a:cubicBezTo>
                    <a:close/>
                    <a:moveTo>
                      <a:pt x="3183" y="1"/>
                    </a:moveTo>
                    <a:cubicBezTo>
                      <a:pt x="2994" y="1"/>
                      <a:pt x="2836" y="158"/>
                      <a:pt x="2836" y="347"/>
                    </a:cubicBezTo>
                    <a:lnTo>
                      <a:pt x="2836" y="1419"/>
                    </a:lnTo>
                    <a:lnTo>
                      <a:pt x="2458" y="1419"/>
                    </a:lnTo>
                    <a:cubicBezTo>
                      <a:pt x="1891" y="1419"/>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2"/>
                      <a:pt x="1" y="4601"/>
                    </a:cubicBezTo>
                    <a:cubicBezTo>
                      <a:pt x="1" y="4821"/>
                      <a:pt x="158" y="4979"/>
                      <a:pt x="347" y="4979"/>
                    </a:cubicBezTo>
                    <a:lnTo>
                      <a:pt x="1418" y="4979"/>
                    </a:lnTo>
                    <a:lnTo>
                      <a:pt x="1418" y="5672"/>
                    </a:lnTo>
                    <a:lnTo>
                      <a:pt x="347" y="5672"/>
                    </a:lnTo>
                    <a:cubicBezTo>
                      <a:pt x="158" y="5672"/>
                      <a:pt x="1" y="5829"/>
                      <a:pt x="1" y="6018"/>
                    </a:cubicBezTo>
                    <a:cubicBezTo>
                      <a:pt x="1" y="6239"/>
                      <a:pt x="158" y="6396"/>
                      <a:pt x="347" y="6396"/>
                    </a:cubicBezTo>
                    <a:lnTo>
                      <a:pt x="1418" y="6396"/>
                    </a:lnTo>
                    <a:lnTo>
                      <a:pt x="1418" y="7090"/>
                    </a:lnTo>
                    <a:lnTo>
                      <a:pt x="347" y="7090"/>
                    </a:lnTo>
                    <a:cubicBezTo>
                      <a:pt x="158" y="7090"/>
                      <a:pt x="1" y="7247"/>
                      <a:pt x="1" y="7436"/>
                    </a:cubicBezTo>
                    <a:cubicBezTo>
                      <a:pt x="1" y="7657"/>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50"/>
                      <a:pt x="2458" y="10650"/>
                    </a:cubicBezTo>
                    <a:lnTo>
                      <a:pt x="2836" y="10650"/>
                    </a:lnTo>
                    <a:lnTo>
                      <a:pt x="2836" y="11689"/>
                    </a:lnTo>
                    <a:cubicBezTo>
                      <a:pt x="2836" y="11910"/>
                      <a:pt x="2994" y="12067"/>
                      <a:pt x="3183" y="12067"/>
                    </a:cubicBezTo>
                    <a:cubicBezTo>
                      <a:pt x="3372" y="12067"/>
                      <a:pt x="3529" y="11910"/>
                      <a:pt x="3529" y="11689"/>
                    </a:cubicBezTo>
                    <a:lnTo>
                      <a:pt x="3529" y="10555"/>
                    </a:lnTo>
                    <a:lnTo>
                      <a:pt x="4254" y="10555"/>
                    </a:lnTo>
                    <a:lnTo>
                      <a:pt x="4254" y="11626"/>
                    </a:lnTo>
                    <a:cubicBezTo>
                      <a:pt x="4254" y="11815"/>
                      <a:pt x="4411" y="11973"/>
                      <a:pt x="4600" y="11973"/>
                    </a:cubicBezTo>
                    <a:cubicBezTo>
                      <a:pt x="4789" y="11973"/>
                      <a:pt x="4947" y="11815"/>
                      <a:pt x="4947" y="11626"/>
                    </a:cubicBezTo>
                    <a:lnTo>
                      <a:pt x="4947" y="10555"/>
                    </a:lnTo>
                    <a:lnTo>
                      <a:pt x="5671" y="10555"/>
                    </a:lnTo>
                    <a:lnTo>
                      <a:pt x="5671" y="11626"/>
                    </a:lnTo>
                    <a:cubicBezTo>
                      <a:pt x="5671" y="11815"/>
                      <a:pt x="5829" y="11973"/>
                      <a:pt x="6018" y="11973"/>
                    </a:cubicBezTo>
                    <a:cubicBezTo>
                      <a:pt x="6207" y="11973"/>
                      <a:pt x="6365" y="11815"/>
                      <a:pt x="6365" y="11626"/>
                    </a:cubicBezTo>
                    <a:lnTo>
                      <a:pt x="6365" y="10555"/>
                    </a:lnTo>
                    <a:lnTo>
                      <a:pt x="7089" y="10555"/>
                    </a:lnTo>
                    <a:lnTo>
                      <a:pt x="7089" y="11626"/>
                    </a:lnTo>
                    <a:cubicBezTo>
                      <a:pt x="7089" y="11815"/>
                      <a:pt x="7247" y="11973"/>
                      <a:pt x="7436" y="11973"/>
                    </a:cubicBezTo>
                    <a:cubicBezTo>
                      <a:pt x="7625" y="11973"/>
                      <a:pt x="7782" y="11815"/>
                      <a:pt x="7782" y="11626"/>
                    </a:cubicBezTo>
                    <a:lnTo>
                      <a:pt x="7782" y="10555"/>
                    </a:lnTo>
                    <a:lnTo>
                      <a:pt x="8507" y="10555"/>
                    </a:lnTo>
                    <a:lnTo>
                      <a:pt x="8507" y="11626"/>
                    </a:lnTo>
                    <a:cubicBezTo>
                      <a:pt x="8507" y="11815"/>
                      <a:pt x="8664" y="11973"/>
                      <a:pt x="8853" y="11973"/>
                    </a:cubicBezTo>
                    <a:cubicBezTo>
                      <a:pt x="9042" y="11973"/>
                      <a:pt x="9200" y="11815"/>
                      <a:pt x="9200" y="11626"/>
                    </a:cubicBezTo>
                    <a:lnTo>
                      <a:pt x="9200" y="10555"/>
                    </a:lnTo>
                    <a:lnTo>
                      <a:pt x="9547" y="10555"/>
                    </a:lnTo>
                    <a:cubicBezTo>
                      <a:pt x="10145" y="10555"/>
                      <a:pt x="10618" y="10082"/>
                      <a:pt x="10618" y="9484"/>
                    </a:cubicBezTo>
                    <a:lnTo>
                      <a:pt x="10618" y="9137"/>
                    </a:lnTo>
                    <a:lnTo>
                      <a:pt x="11689" y="9137"/>
                    </a:lnTo>
                    <a:cubicBezTo>
                      <a:pt x="11878" y="9137"/>
                      <a:pt x="12035" y="8980"/>
                      <a:pt x="12035" y="8791"/>
                    </a:cubicBezTo>
                    <a:cubicBezTo>
                      <a:pt x="12035" y="8602"/>
                      <a:pt x="11878" y="8444"/>
                      <a:pt x="11689" y="8444"/>
                    </a:cubicBezTo>
                    <a:lnTo>
                      <a:pt x="10618" y="8444"/>
                    </a:lnTo>
                    <a:lnTo>
                      <a:pt x="10618" y="7720"/>
                    </a:lnTo>
                    <a:lnTo>
                      <a:pt x="11689" y="7720"/>
                    </a:lnTo>
                    <a:cubicBezTo>
                      <a:pt x="11878" y="7720"/>
                      <a:pt x="12035" y="7562"/>
                      <a:pt x="12035" y="7373"/>
                    </a:cubicBezTo>
                    <a:cubicBezTo>
                      <a:pt x="12035" y="7153"/>
                      <a:pt x="11878" y="6995"/>
                      <a:pt x="11689" y="6995"/>
                    </a:cubicBezTo>
                    <a:lnTo>
                      <a:pt x="10618" y="6995"/>
                    </a:lnTo>
                    <a:lnTo>
                      <a:pt x="10618" y="6302"/>
                    </a:lnTo>
                    <a:lnTo>
                      <a:pt x="11689" y="6302"/>
                    </a:lnTo>
                    <a:cubicBezTo>
                      <a:pt x="11878" y="6302"/>
                      <a:pt x="12035" y="6144"/>
                      <a:pt x="12035" y="5955"/>
                    </a:cubicBezTo>
                    <a:cubicBezTo>
                      <a:pt x="12035" y="5735"/>
                      <a:pt x="11878" y="5577"/>
                      <a:pt x="11689" y="5577"/>
                    </a:cubicBezTo>
                    <a:lnTo>
                      <a:pt x="10618" y="5577"/>
                    </a:lnTo>
                    <a:lnTo>
                      <a:pt x="10618" y="4884"/>
                    </a:lnTo>
                    <a:lnTo>
                      <a:pt x="11689" y="4884"/>
                    </a:lnTo>
                    <a:lnTo>
                      <a:pt x="11689" y="4979"/>
                    </a:lnTo>
                    <a:cubicBezTo>
                      <a:pt x="11878" y="4979"/>
                      <a:pt x="12035" y="4821"/>
                      <a:pt x="12035" y="4601"/>
                    </a:cubicBezTo>
                    <a:cubicBezTo>
                      <a:pt x="12035" y="4412"/>
                      <a:pt x="11878" y="4254"/>
                      <a:pt x="11689" y="4254"/>
                    </a:cubicBezTo>
                    <a:lnTo>
                      <a:pt x="10618" y="4254"/>
                    </a:lnTo>
                    <a:lnTo>
                      <a:pt x="10618" y="3529"/>
                    </a:lnTo>
                    <a:lnTo>
                      <a:pt x="11689" y="3529"/>
                    </a:lnTo>
                    <a:cubicBezTo>
                      <a:pt x="11878" y="3529"/>
                      <a:pt x="12035" y="3372"/>
                      <a:pt x="12035" y="3183"/>
                    </a:cubicBezTo>
                    <a:cubicBezTo>
                      <a:pt x="12035" y="2994"/>
                      <a:pt x="11878" y="2836"/>
                      <a:pt x="11689" y="2836"/>
                    </a:cubicBezTo>
                    <a:lnTo>
                      <a:pt x="10618" y="2836"/>
                    </a:lnTo>
                    <a:lnTo>
                      <a:pt x="10618" y="2490"/>
                    </a:lnTo>
                    <a:cubicBezTo>
                      <a:pt x="10618" y="1891"/>
                      <a:pt x="10145" y="1419"/>
                      <a:pt x="9547" y="1419"/>
                    </a:cubicBezTo>
                    <a:lnTo>
                      <a:pt x="9200" y="1419"/>
                    </a:lnTo>
                    <a:lnTo>
                      <a:pt x="9200" y="347"/>
                    </a:lnTo>
                    <a:cubicBezTo>
                      <a:pt x="9200" y="158"/>
                      <a:pt x="9042" y="1"/>
                      <a:pt x="8853" y="1"/>
                    </a:cubicBezTo>
                    <a:cubicBezTo>
                      <a:pt x="8664" y="1"/>
                      <a:pt x="8507" y="158"/>
                      <a:pt x="8507" y="347"/>
                    </a:cubicBezTo>
                    <a:lnTo>
                      <a:pt x="8507" y="1419"/>
                    </a:lnTo>
                    <a:lnTo>
                      <a:pt x="7782" y="1419"/>
                    </a:lnTo>
                    <a:lnTo>
                      <a:pt x="7782" y="347"/>
                    </a:lnTo>
                    <a:cubicBezTo>
                      <a:pt x="7782" y="158"/>
                      <a:pt x="7625" y="1"/>
                      <a:pt x="7436" y="1"/>
                    </a:cubicBezTo>
                    <a:cubicBezTo>
                      <a:pt x="7247" y="1"/>
                      <a:pt x="7089" y="158"/>
                      <a:pt x="7089" y="347"/>
                    </a:cubicBezTo>
                    <a:lnTo>
                      <a:pt x="7089" y="1419"/>
                    </a:lnTo>
                    <a:lnTo>
                      <a:pt x="6365" y="1419"/>
                    </a:lnTo>
                    <a:lnTo>
                      <a:pt x="6365" y="347"/>
                    </a:lnTo>
                    <a:cubicBezTo>
                      <a:pt x="6365" y="158"/>
                      <a:pt x="6207" y="1"/>
                      <a:pt x="6018" y="1"/>
                    </a:cubicBezTo>
                    <a:cubicBezTo>
                      <a:pt x="5829" y="1"/>
                      <a:pt x="5671" y="158"/>
                      <a:pt x="5671" y="347"/>
                    </a:cubicBezTo>
                    <a:lnTo>
                      <a:pt x="5671" y="1419"/>
                    </a:lnTo>
                    <a:lnTo>
                      <a:pt x="4947" y="1419"/>
                    </a:lnTo>
                    <a:lnTo>
                      <a:pt x="4947" y="347"/>
                    </a:lnTo>
                    <a:cubicBezTo>
                      <a:pt x="4947" y="158"/>
                      <a:pt x="4789" y="1"/>
                      <a:pt x="4600" y="1"/>
                    </a:cubicBezTo>
                    <a:cubicBezTo>
                      <a:pt x="4411" y="1"/>
                      <a:pt x="4254" y="158"/>
                      <a:pt x="4254" y="347"/>
                    </a:cubicBezTo>
                    <a:lnTo>
                      <a:pt x="4254" y="1419"/>
                    </a:lnTo>
                    <a:lnTo>
                      <a:pt x="3529" y="1419"/>
                    </a:lnTo>
                    <a:lnTo>
                      <a:pt x="3529" y="347"/>
                    </a:lnTo>
                    <a:cubicBezTo>
                      <a:pt x="3529" y="158"/>
                      <a:pt x="3372" y="1"/>
                      <a:pt x="31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4718;p79"/>
              <p:cNvSpPr/>
              <p:nvPr/>
            </p:nvSpPr>
            <p:spPr>
              <a:xfrm>
                <a:off x="-44455600" y="2053725"/>
                <a:ext cx="17350" cy="18125"/>
              </a:xfrm>
              <a:custGeom>
                <a:avLst/>
                <a:gdLst/>
                <a:ahLst/>
                <a:cxnLst/>
                <a:rect l="l" t="t" r="r" b="b"/>
                <a:pathLst>
                  <a:path w="694" h="725" extrusionOk="0">
                    <a:moveTo>
                      <a:pt x="347" y="0"/>
                    </a:moveTo>
                    <a:cubicBezTo>
                      <a:pt x="158" y="0"/>
                      <a:pt x="0" y="158"/>
                      <a:pt x="0" y="347"/>
                    </a:cubicBezTo>
                    <a:cubicBezTo>
                      <a:pt x="0" y="567"/>
                      <a:pt x="158" y="725"/>
                      <a:pt x="347" y="725"/>
                    </a:cubicBezTo>
                    <a:cubicBezTo>
                      <a:pt x="536" y="725"/>
                      <a:pt x="693" y="567"/>
                      <a:pt x="693" y="347"/>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4719;p79"/>
              <p:cNvSpPr/>
              <p:nvPr/>
            </p:nvSpPr>
            <p:spPr>
              <a:xfrm>
                <a:off x="-44455600"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4720;p79"/>
              <p:cNvSpPr/>
              <p:nvPr/>
            </p:nvSpPr>
            <p:spPr>
              <a:xfrm>
                <a:off x="-44314625"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4721;p79"/>
              <p:cNvSpPr/>
              <p:nvPr/>
            </p:nvSpPr>
            <p:spPr>
              <a:xfrm>
                <a:off x="-44314625" y="2053725"/>
                <a:ext cx="17350" cy="18125"/>
              </a:xfrm>
              <a:custGeom>
                <a:avLst/>
                <a:gdLst/>
                <a:ahLst/>
                <a:cxnLst/>
                <a:rect l="l" t="t" r="r" b="b"/>
                <a:pathLst>
                  <a:path w="694" h="725" extrusionOk="0">
                    <a:moveTo>
                      <a:pt x="347" y="0"/>
                    </a:moveTo>
                    <a:cubicBezTo>
                      <a:pt x="158" y="0"/>
                      <a:pt x="0" y="158"/>
                      <a:pt x="0" y="347"/>
                    </a:cubicBezTo>
                    <a:cubicBezTo>
                      <a:pt x="0" y="536"/>
                      <a:pt x="158" y="725"/>
                      <a:pt x="347" y="725"/>
                    </a:cubicBezTo>
                    <a:cubicBezTo>
                      <a:pt x="536" y="725"/>
                      <a:pt x="694" y="536"/>
                      <a:pt x="694" y="347"/>
                    </a:cubicBezTo>
                    <a:cubicBezTo>
                      <a:pt x="694"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273406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upo 26"/>
          <p:cNvGrpSpPr/>
          <p:nvPr/>
        </p:nvGrpSpPr>
        <p:grpSpPr>
          <a:xfrm>
            <a:off x="212905" y="1029804"/>
            <a:ext cx="4950766" cy="4904831"/>
            <a:chOff x="3709141" y="1908345"/>
            <a:chExt cx="4950766" cy="4172605"/>
          </a:xfrm>
        </p:grpSpPr>
        <p:sp>
          <p:nvSpPr>
            <p:cNvPr id="10" name="Google Shape;11958;p71"/>
            <p:cNvSpPr/>
            <p:nvPr/>
          </p:nvSpPr>
          <p:spPr>
            <a:xfrm>
              <a:off x="6301927" y="5245118"/>
              <a:ext cx="2357967" cy="835832"/>
            </a:xfrm>
            <a:prstGeom prst="roundRect">
              <a:avLst>
                <a:gd name="adj" fmla="val 50000"/>
              </a:avLst>
            </a:prstGeom>
            <a:noFill/>
            <a:ln w="2857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19" name="Rectángulo 18"/>
            <p:cNvSpPr/>
            <p:nvPr/>
          </p:nvSpPr>
          <p:spPr>
            <a:xfrm>
              <a:off x="6669493" y="1988141"/>
              <a:ext cx="1622860" cy="646331"/>
            </a:xfrm>
            <a:prstGeom prst="rect">
              <a:avLst/>
            </a:prstGeom>
          </p:spPr>
          <p:txBody>
            <a:bodyPr wrap="square">
              <a:spAutoFit/>
            </a:bodyPr>
            <a:lstStyle/>
            <a:p>
              <a:pPr algn="ctr"/>
              <a:r>
                <a:rPr lang="es-ES" b="1" dirty="0"/>
                <a:t>Ingeniero en Informática</a:t>
              </a:r>
              <a:endParaRPr lang="es-VE" dirty="0"/>
            </a:p>
          </p:txBody>
        </p:sp>
        <p:cxnSp>
          <p:nvCxnSpPr>
            <p:cNvPr id="7" name="Google Shape;11961;p71"/>
            <p:cNvCxnSpPr>
              <a:stCxn id="13" idx="2"/>
              <a:endCxn id="12" idx="0"/>
            </p:cNvCxnSpPr>
            <p:nvPr/>
          </p:nvCxnSpPr>
          <p:spPr>
            <a:xfrm rot="5400000" flipH="1" flipV="1">
              <a:off x="6416045" y="2482742"/>
              <a:ext cx="833941" cy="1296992"/>
            </a:xfrm>
            <a:prstGeom prst="bentConnector3">
              <a:avLst>
                <a:gd name="adj1" fmla="val 49963"/>
              </a:avLst>
            </a:prstGeom>
            <a:noFill/>
            <a:ln w="28575" cap="flat" cmpd="sng">
              <a:solidFill>
                <a:schemeClr val="tx1"/>
              </a:solidFill>
              <a:prstDash val="solid"/>
              <a:round/>
              <a:headEnd type="none" w="sm" len="sm"/>
              <a:tailEnd type="none" w="sm" len="sm"/>
            </a:ln>
          </p:spPr>
        </p:cxnSp>
        <p:cxnSp>
          <p:nvCxnSpPr>
            <p:cNvPr id="8" name="Google Shape;11963;p71"/>
            <p:cNvCxnSpPr>
              <a:stCxn id="11" idx="0"/>
              <a:endCxn id="13" idx="2"/>
            </p:cNvCxnSpPr>
            <p:nvPr/>
          </p:nvCxnSpPr>
          <p:spPr>
            <a:xfrm rot="5400000" flipV="1">
              <a:off x="5119663" y="2483671"/>
              <a:ext cx="833941" cy="1296992"/>
            </a:xfrm>
            <a:prstGeom prst="bentConnector3">
              <a:avLst>
                <a:gd name="adj1" fmla="val 49963"/>
              </a:avLst>
            </a:prstGeom>
            <a:noFill/>
            <a:ln w="28575" cap="flat" cmpd="sng">
              <a:solidFill>
                <a:schemeClr val="tx1"/>
              </a:solidFill>
              <a:prstDash val="solid"/>
              <a:round/>
              <a:headEnd type="none" w="sm" len="sm"/>
              <a:tailEnd type="none" w="sm" len="sm"/>
            </a:ln>
          </p:spPr>
        </p:cxnSp>
        <p:sp>
          <p:nvSpPr>
            <p:cNvPr id="11" name="Google Shape;11964;p71"/>
            <p:cNvSpPr/>
            <p:nvPr/>
          </p:nvSpPr>
          <p:spPr>
            <a:xfrm flipV="1">
              <a:off x="3709153" y="1908345"/>
              <a:ext cx="2357967" cy="806851"/>
            </a:xfrm>
            <a:prstGeom prst="roundRect">
              <a:avLst>
                <a:gd name="adj" fmla="val 50000"/>
              </a:avLst>
            </a:prstGeom>
            <a:noFill/>
            <a:ln w="2857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12" name="Google Shape;11962;p71"/>
            <p:cNvSpPr/>
            <p:nvPr/>
          </p:nvSpPr>
          <p:spPr>
            <a:xfrm flipV="1">
              <a:off x="6301940" y="1908345"/>
              <a:ext cx="2357967" cy="806851"/>
            </a:xfrm>
            <a:prstGeom prst="roundRect">
              <a:avLst>
                <a:gd name="adj" fmla="val 50000"/>
              </a:avLst>
            </a:prstGeom>
            <a:noFill/>
            <a:ln w="2857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13" name="Google Shape;11954;p71"/>
            <p:cNvSpPr/>
            <p:nvPr/>
          </p:nvSpPr>
          <p:spPr>
            <a:xfrm flipV="1">
              <a:off x="5005535" y="3548209"/>
              <a:ext cx="2357967" cy="806851"/>
            </a:xfrm>
            <a:prstGeom prst="roundRect">
              <a:avLst>
                <a:gd name="adj" fmla="val 50000"/>
              </a:avLst>
            </a:prstGeom>
            <a:noFill/>
            <a:ln w="2857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cxnSp>
          <p:nvCxnSpPr>
            <p:cNvPr id="5" name="Google Shape;11957;p71"/>
            <p:cNvCxnSpPr>
              <a:stCxn id="13" idx="0"/>
              <a:endCxn id="10" idx="0"/>
            </p:cNvCxnSpPr>
            <p:nvPr/>
          </p:nvCxnSpPr>
          <p:spPr>
            <a:xfrm rot="16200000" flipH="1">
              <a:off x="6387686" y="4151893"/>
              <a:ext cx="890058" cy="1296392"/>
            </a:xfrm>
            <a:prstGeom prst="bentConnector3">
              <a:avLst>
                <a:gd name="adj1" fmla="val 50000"/>
              </a:avLst>
            </a:prstGeom>
            <a:noFill/>
            <a:ln w="28575" cap="flat" cmpd="sng">
              <a:solidFill>
                <a:schemeClr val="tx1"/>
              </a:solidFill>
              <a:prstDash val="solid"/>
              <a:round/>
              <a:headEnd type="none" w="sm" len="sm"/>
              <a:tailEnd type="none" w="sm" len="sm"/>
            </a:ln>
          </p:spPr>
        </p:cxnSp>
        <p:cxnSp>
          <p:nvCxnSpPr>
            <p:cNvPr id="6" name="Google Shape;11959;p71"/>
            <p:cNvCxnSpPr>
              <a:stCxn id="9" idx="0"/>
              <a:endCxn id="13" idx="0"/>
            </p:cNvCxnSpPr>
            <p:nvPr/>
          </p:nvCxnSpPr>
          <p:spPr>
            <a:xfrm rot="5400000" flipH="1" flipV="1">
              <a:off x="5091293" y="4151892"/>
              <a:ext cx="890058" cy="1296394"/>
            </a:xfrm>
            <a:prstGeom prst="bentConnector3">
              <a:avLst>
                <a:gd name="adj1" fmla="val 50000"/>
              </a:avLst>
            </a:prstGeom>
            <a:noFill/>
            <a:ln w="28575" cap="flat" cmpd="sng">
              <a:solidFill>
                <a:schemeClr val="tx1"/>
              </a:solidFill>
              <a:prstDash val="solid"/>
              <a:round/>
              <a:headEnd type="none" w="sm" len="sm"/>
              <a:tailEnd type="none" w="sm" len="sm"/>
            </a:ln>
          </p:spPr>
        </p:cxnSp>
        <p:sp>
          <p:nvSpPr>
            <p:cNvPr id="9" name="Google Shape;11960;p71"/>
            <p:cNvSpPr/>
            <p:nvPr/>
          </p:nvSpPr>
          <p:spPr>
            <a:xfrm>
              <a:off x="3709141" y="5245118"/>
              <a:ext cx="2357967" cy="835832"/>
            </a:xfrm>
            <a:prstGeom prst="roundRect">
              <a:avLst>
                <a:gd name="adj" fmla="val 50000"/>
              </a:avLst>
            </a:prstGeom>
            <a:noFill/>
            <a:ln w="2857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16" name="Rectángulo 15"/>
            <p:cNvSpPr/>
            <p:nvPr/>
          </p:nvSpPr>
          <p:spPr>
            <a:xfrm>
              <a:off x="4074129" y="2075720"/>
              <a:ext cx="1645353" cy="369332"/>
            </a:xfrm>
            <a:prstGeom prst="rect">
              <a:avLst/>
            </a:prstGeom>
          </p:spPr>
          <p:txBody>
            <a:bodyPr wrap="square">
              <a:spAutoFit/>
            </a:bodyPr>
            <a:lstStyle/>
            <a:p>
              <a:pPr algn="ctr"/>
              <a:r>
                <a:rPr lang="es-ES" b="1" dirty="0"/>
                <a:t>Administrador</a:t>
              </a:r>
            </a:p>
          </p:txBody>
        </p:sp>
        <p:sp>
          <p:nvSpPr>
            <p:cNvPr id="21" name="Rectángulo 20"/>
            <p:cNvSpPr/>
            <p:nvPr/>
          </p:nvSpPr>
          <p:spPr>
            <a:xfrm>
              <a:off x="5066862" y="3801543"/>
              <a:ext cx="2355645" cy="369332"/>
            </a:xfrm>
            <a:prstGeom prst="rect">
              <a:avLst/>
            </a:prstGeom>
          </p:spPr>
          <p:txBody>
            <a:bodyPr wrap="none">
              <a:spAutoFit/>
            </a:bodyPr>
            <a:lstStyle/>
            <a:p>
              <a:r>
                <a:rPr lang="es-ES" b="1" dirty="0"/>
                <a:t>Jefe</a:t>
              </a:r>
              <a:r>
                <a:rPr lang="es-ES" dirty="0"/>
                <a:t> </a:t>
              </a:r>
              <a:r>
                <a:rPr lang="es-ES" b="1" dirty="0"/>
                <a:t>de</a:t>
              </a:r>
              <a:r>
                <a:rPr lang="es-ES" dirty="0"/>
                <a:t> </a:t>
              </a:r>
              <a:r>
                <a:rPr lang="es-ES" b="1" dirty="0"/>
                <a:t>Departamento</a:t>
              </a:r>
              <a:r>
                <a:rPr lang="es-ES" dirty="0"/>
                <a:t> </a:t>
              </a:r>
              <a:endParaRPr lang="es-VE" dirty="0"/>
            </a:p>
          </p:txBody>
        </p:sp>
        <p:sp>
          <p:nvSpPr>
            <p:cNvPr id="22" name="Rectángulo 21"/>
            <p:cNvSpPr/>
            <p:nvPr/>
          </p:nvSpPr>
          <p:spPr>
            <a:xfrm>
              <a:off x="4378635" y="5467569"/>
              <a:ext cx="1140056" cy="369332"/>
            </a:xfrm>
            <a:prstGeom prst="rect">
              <a:avLst/>
            </a:prstGeom>
          </p:spPr>
          <p:txBody>
            <a:bodyPr wrap="none">
              <a:spAutoFit/>
            </a:bodyPr>
            <a:lstStyle/>
            <a:p>
              <a:r>
                <a:rPr lang="es-ES" b="1" dirty="0"/>
                <a:t>Empleado</a:t>
              </a:r>
              <a:endParaRPr lang="es-VE" dirty="0"/>
            </a:p>
          </p:txBody>
        </p:sp>
        <p:sp>
          <p:nvSpPr>
            <p:cNvPr id="23" name="Rectángulo 22"/>
            <p:cNvSpPr/>
            <p:nvPr/>
          </p:nvSpPr>
          <p:spPr>
            <a:xfrm>
              <a:off x="6860387" y="5457389"/>
              <a:ext cx="1241045" cy="369332"/>
            </a:xfrm>
            <a:prstGeom prst="rect">
              <a:avLst/>
            </a:prstGeom>
          </p:spPr>
          <p:txBody>
            <a:bodyPr wrap="none">
              <a:spAutoFit/>
            </a:bodyPr>
            <a:lstStyle/>
            <a:p>
              <a:r>
                <a:rPr lang="es-ES" b="1" dirty="0"/>
                <a:t>Sin Asignar</a:t>
              </a:r>
              <a:endParaRPr lang="es-VE" dirty="0"/>
            </a:p>
          </p:txBody>
        </p:sp>
      </p:grpSp>
      <p:sp>
        <p:nvSpPr>
          <p:cNvPr id="28" name="CuadroTexto 27"/>
          <p:cNvSpPr txBox="1"/>
          <p:nvPr/>
        </p:nvSpPr>
        <p:spPr>
          <a:xfrm>
            <a:off x="5398491" y="929579"/>
            <a:ext cx="3639671" cy="1477328"/>
          </a:xfrm>
          <a:prstGeom prst="rect">
            <a:avLst/>
          </a:prstGeom>
          <a:noFill/>
        </p:spPr>
        <p:txBody>
          <a:bodyPr wrap="square" rtlCol="0">
            <a:spAutoFit/>
          </a:bodyPr>
          <a:lstStyle/>
          <a:p>
            <a:pPr marL="285750" indent="-285750">
              <a:buFont typeface="Wingdings" panose="05000000000000000000" pitchFamily="2" charset="2"/>
              <a:buChar char="Ø"/>
            </a:pPr>
            <a:r>
              <a:rPr lang="es-ES" b="1" dirty="0"/>
              <a:t>Administrador:</a:t>
            </a:r>
          </a:p>
          <a:p>
            <a:r>
              <a:rPr lang="es-ES" dirty="0"/>
              <a:t>Son los que tienen todo el poder tanto como para asignar cargos como para modifircarlos. </a:t>
            </a:r>
            <a:endParaRPr lang="es-VE" dirty="0"/>
          </a:p>
          <a:p>
            <a:endParaRPr lang="es-VE" dirty="0"/>
          </a:p>
        </p:txBody>
      </p:sp>
      <p:sp>
        <p:nvSpPr>
          <p:cNvPr id="29" name="CuadroTexto 28"/>
          <p:cNvSpPr txBox="1"/>
          <p:nvPr/>
        </p:nvSpPr>
        <p:spPr>
          <a:xfrm>
            <a:off x="5412943" y="2168867"/>
            <a:ext cx="3299012" cy="1200329"/>
          </a:xfrm>
          <a:prstGeom prst="rect">
            <a:avLst/>
          </a:prstGeom>
          <a:noFill/>
        </p:spPr>
        <p:txBody>
          <a:bodyPr wrap="square" rtlCol="0">
            <a:spAutoFit/>
          </a:bodyPr>
          <a:lstStyle/>
          <a:p>
            <a:pPr marL="285750" indent="-285750">
              <a:buFont typeface="Wingdings" panose="05000000000000000000" pitchFamily="2" charset="2"/>
              <a:buChar char="Ø"/>
            </a:pPr>
            <a:r>
              <a:rPr lang="es-ES" b="1" dirty="0"/>
              <a:t>Ingeniero en Informática:</a:t>
            </a:r>
          </a:p>
          <a:p>
            <a:r>
              <a:rPr lang="es-ES" dirty="0"/>
              <a:t>Son los que tienen todo el poder execto para la asignacion y modificasion de cargos.</a:t>
            </a:r>
            <a:endParaRPr lang="es-VE" dirty="0"/>
          </a:p>
        </p:txBody>
      </p:sp>
      <p:sp>
        <p:nvSpPr>
          <p:cNvPr id="30" name="CuadroTexto 29"/>
          <p:cNvSpPr txBox="1"/>
          <p:nvPr/>
        </p:nvSpPr>
        <p:spPr>
          <a:xfrm>
            <a:off x="5412943" y="3460408"/>
            <a:ext cx="3137648" cy="1200329"/>
          </a:xfrm>
          <a:prstGeom prst="rect">
            <a:avLst/>
          </a:prstGeom>
          <a:noFill/>
        </p:spPr>
        <p:txBody>
          <a:bodyPr wrap="square" rtlCol="0">
            <a:spAutoFit/>
          </a:bodyPr>
          <a:lstStyle/>
          <a:p>
            <a:pPr marL="285750" indent="-285750">
              <a:buFont typeface="Wingdings" panose="05000000000000000000" pitchFamily="2" charset="2"/>
              <a:buChar char="Ø"/>
            </a:pPr>
            <a:r>
              <a:rPr lang="es-ES" b="1" dirty="0"/>
              <a:t>Jefe</a:t>
            </a:r>
            <a:r>
              <a:rPr lang="es-ES" dirty="0"/>
              <a:t> </a:t>
            </a:r>
            <a:r>
              <a:rPr lang="es-ES" b="1" dirty="0"/>
              <a:t>de</a:t>
            </a:r>
            <a:r>
              <a:rPr lang="es-ES" dirty="0"/>
              <a:t> </a:t>
            </a:r>
            <a:r>
              <a:rPr lang="es-ES" b="1" dirty="0"/>
              <a:t>Departamento</a:t>
            </a:r>
            <a:r>
              <a:rPr lang="es-ES" dirty="0"/>
              <a:t> </a:t>
            </a:r>
            <a:r>
              <a:rPr lang="es-ES" b="1" dirty="0"/>
              <a:t>:</a:t>
            </a:r>
            <a:r>
              <a:rPr lang="es-ES" dirty="0"/>
              <a:t> puede hacer solicitudes y ver información</a:t>
            </a:r>
            <a:endParaRPr lang="es-VE" dirty="0"/>
          </a:p>
          <a:p>
            <a:endParaRPr lang="es-VE" dirty="0"/>
          </a:p>
        </p:txBody>
      </p:sp>
      <p:sp>
        <p:nvSpPr>
          <p:cNvPr id="31" name="CuadroTexto 30"/>
          <p:cNvSpPr txBox="1"/>
          <p:nvPr/>
        </p:nvSpPr>
        <p:spPr>
          <a:xfrm>
            <a:off x="5398477" y="4429003"/>
            <a:ext cx="4428565" cy="923330"/>
          </a:xfrm>
          <a:prstGeom prst="rect">
            <a:avLst/>
          </a:prstGeom>
          <a:noFill/>
        </p:spPr>
        <p:txBody>
          <a:bodyPr wrap="square" rtlCol="0">
            <a:spAutoFit/>
          </a:bodyPr>
          <a:lstStyle/>
          <a:p>
            <a:pPr marL="285750" indent="-285750">
              <a:buFont typeface="Wingdings" panose="05000000000000000000" pitchFamily="2" charset="2"/>
              <a:buChar char="Ø"/>
            </a:pPr>
            <a:r>
              <a:rPr lang="es-ES" b="1" dirty="0"/>
              <a:t>Empleado:</a:t>
            </a:r>
            <a:r>
              <a:rPr lang="es-ES" dirty="0"/>
              <a:t> puede ver información compartida públicamente</a:t>
            </a:r>
            <a:endParaRPr lang="es-VE" dirty="0"/>
          </a:p>
          <a:p>
            <a:endParaRPr lang="es-VE" dirty="0"/>
          </a:p>
        </p:txBody>
      </p:sp>
      <p:sp>
        <p:nvSpPr>
          <p:cNvPr id="32" name="CuadroTexto 31"/>
          <p:cNvSpPr txBox="1"/>
          <p:nvPr/>
        </p:nvSpPr>
        <p:spPr>
          <a:xfrm>
            <a:off x="5447063" y="5193088"/>
            <a:ext cx="5853953" cy="1754326"/>
          </a:xfrm>
          <a:prstGeom prst="rect">
            <a:avLst/>
          </a:prstGeom>
          <a:noFill/>
        </p:spPr>
        <p:txBody>
          <a:bodyPr wrap="square" rtlCol="0">
            <a:spAutoFit/>
          </a:bodyPr>
          <a:lstStyle/>
          <a:p>
            <a:pPr marL="285750" indent="-285750">
              <a:buFont typeface="Wingdings" panose="05000000000000000000" pitchFamily="2" charset="2"/>
              <a:buChar char="Ø"/>
            </a:pPr>
            <a:r>
              <a:rPr lang="es-ES" b="1" dirty="0"/>
              <a:t>Sin Asignar</a:t>
            </a:r>
            <a:r>
              <a:rPr lang="es-ES" dirty="0"/>
              <a:t>: debido a que se solicitó que el registro de usuarios sea libre, se creó este rol donde no se tiene acceso al sistema hasta que se le solicite a un Jefe de Departamento o Superior el cambio de rol dentro del sistema</a:t>
            </a:r>
            <a:endParaRPr lang="es-VE" dirty="0"/>
          </a:p>
          <a:p>
            <a:endParaRPr lang="es-VE" dirty="0"/>
          </a:p>
        </p:txBody>
      </p:sp>
      <p:sp>
        <p:nvSpPr>
          <p:cNvPr id="33" name="CuadroTexto 32"/>
          <p:cNvSpPr txBox="1"/>
          <p:nvPr/>
        </p:nvSpPr>
        <p:spPr>
          <a:xfrm>
            <a:off x="3836894" y="209339"/>
            <a:ext cx="4338918" cy="369332"/>
          </a:xfrm>
          <a:prstGeom prst="rect">
            <a:avLst/>
          </a:prstGeom>
          <a:noFill/>
        </p:spPr>
        <p:txBody>
          <a:bodyPr wrap="square" rtlCol="0">
            <a:spAutoFit/>
          </a:bodyPr>
          <a:lstStyle/>
          <a:p>
            <a:pPr algn="ctr"/>
            <a:r>
              <a:rPr lang="es-ES" b="1" dirty="0"/>
              <a:t>Usuarios y rol dentro del sistema</a:t>
            </a:r>
            <a:endParaRPr lang="es-VE" dirty="0"/>
          </a:p>
        </p:txBody>
      </p:sp>
      <p:sp>
        <p:nvSpPr>
          <p:cNvPr id="34" name="Google Shape;13992;p77"/>
          <p:cNvSpPr/>
          <p:nvPr/>
        </p:nvSpPr>
        <p:spPr>
          <a:xfrm>
            <a:off x="10883759" y="5746255"/>
            <a:ext cx="931686" cy="647992"/>
          </a:xfrm>
          <a:custGeom>
            <a:avLst/>
            <a:gdLst/>
            <a:ahLst/>
            <a:cxnLst/>
            <a:rect l="l" t="t" r="r" b="b"/>
            <a:pathLst>
              <a:path w="4884" h="5546" extrusionOk="0">
                <a:moveTo>
                  <a:pt x="2426" y="694"/>
                </a:moveTo>
                <a:cubicBezTo>
                  <a:pt x="2836" y="694"/>
                  <a:pt x="3151" y="1009"/>
                  <a:pt x="3151" y="1418"/>
                </a:cubicBezTo>
                <a:cubicBezTo>
                  <a:pt x="3151" y="1796"/>
                  <a:pt x="2836" y="2111"/>
                  <a:pt x="2426" y="2111"/>
                </a:cubicBezTo>
                <a:cubicBezTo>
                  <a:pt x="2048" y="2111"/>
                  <a:pt x="1733" y="1796"/>
                  <a:pt x="1733" y="1418"/>
                </a:cubicBezTo>
                <a:cubicBezTo>
                  <a:pt x="1733" y="1009"/>
                  <a:pt x="2048" y="694"/>
                  <a:pt x="2426" y="694"/>
                </a:cubicBezTo>
                <a:close/>
                <a:moveTo>
                  <a:pt x="2426" y="2742"/>
                </a:moveTo>
                <a:cubicBezTo>
                  <a:pt x="3371" y="2742"/>
                  <a:pt x="4159" y="3529"/>
                  <a:pt x="4159" y="4474"/>
                </a:cubicBezTo>
                <a:lnTo>
                  <a:pt x="4159" y="4821"/>
                </a:lnTo>
                <a:lnTo>
                  <a:pt x="693" y="4821"/>
                </a:lnTo>
                <a:lnTo>
                  <a:pt x="693" y="4474"/>
                </a:lnTo>
                <a:cubicBezTo>
                  <a:pt x="693" y="3529"/>
                  <a:pt x="1481" y="2742"/>
                  <a:pt x="2426" y="2742"/>
                </a:cubicBezTo>
                <a:close/>
                <a:moveTo>
                  <a:pt x="2458" y="1"/>
                </a:moveTo>
                <a:cubicBezTo>
                  <a:pt x="1733" y="1"/>
                  <a:pt x="1103" y="599"/>
                  <a:pt x="1103" y="1355"/>
                </a:cubicBezTo>
                <a:cubicBezTo>
                  <a:pt x="1103" y="1733"/>
                  <a:pt x="1198" y="2048"/>
                  <a:pt x="1450" y="2269"/>
                </a:cubicBezTo>
                <a:cubicBezTo>
                  <a:pt x="630" y="2647"/>
                  <a:pt x="63" y="3498"/>
                  <a:pt x="63" y="4474"/>
                </a:cubicBezTo>
                <a:lnTo>
                  <a:pt x="63" y="5199"/>
                </a:lnTo>
                <a:cubicBezTo>
                  <a:pt x="0" y="5388"/>
                  <a:pt x="158" y="5546"/>
                  <a:pt x="347" y="5546"/>
                </a:cubicBezTo>
                <a:lnTo>
                  <a:pt x="4506" y="5546"/>
                </a:lnTo>
                <a:cubicBezTo>
                  <a:pt x="4726" y="5546"/>
                  <a:pt x="4884" y="5388"/>
                  <a:pt x="4884" y="5199"/>
                </a:cubicBezTo>
                <a:lnTo>
                  <a:pt x="4884" y="4474"/>
                </a:lnTo>
                <a:cubicBezTo>
                  <a:pt x="4884" y="3498"/>
                  <a:pt x="4317" y="2647"/>
                  <a:pt x="3497" y="2269"/>
                </a:cubicBezTo>
                <a:cubicBezTo>
                  <a:pt x="3718" y="2048"/>
                  <a:pt x="3844" y="1702"/>
                  <a:pt x="3844" y="1355"/>
                </a:cubicBezTo>
                <a:cubicBezTo>
                  <a:pt x="3844" y="599"/>
                  <a:pt x="3214" y="1"/>
                  <a:pt x="245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13451;p75"/>
          <p:cNvGrpSpPr/>
          <p:nvPr/>
        </p:nvGrpSpPr>
        <p:grpSpPr>
          <a:xfrm>
            <a:off x="8771914" y="3398084"/>
            <a:ext cx="1055128" cy="800901"/>
            <a:chOff x="3316000" y="4399325"/>
            <a:chExt cx="392325" cy="483100"/>
          </a:xfrm>
          <a:solidFill>
            <a:schemeClr val="tx1"/>
          </a:solidFill>
        </p:grpSpPr>
        <p:sp>
          <p:nvSpPr>
            <p:cNvPr id="36" name="Google Shape;13452;p75"/>
            <p:cNvSpPr/>
            <p:nvPr/>
          </p:nvSpPr>
          <p:spPr>
            <a:xfrm>
              <a:off x="3316000" y="4399325"/>
              <a:ext cx="392325" cy="483100"/>
            </a:xfrm>
            <a:custGeom>
              <a:avLst/>
              <a:gdLst/>
              <a:ahLst/>
              <a:cxnLst/>
              <a:rect l="l" t="t" r="r" b="b"/>
              <a:pathLst>
                <a:path w="15693" h="19324" extrusionOk="0">
                  <a:moveTo>
                    <a:pt x="7824" y="1132"/>
                  </a:moveTo>
                  <a:cubicBezTo>
                    <a:pt x="8714" y="1132"/>
                    <a:pt x="9554" y="1551"/>
                    <a:pt x="10088" y="2264"/>
                  </a:cubicBezTo>
                  <a:cubicBezTo>
                    <a:pt x="9551" y="2977"/>
                    <a:pt x="8711" y="3393"/>
                    <a:pt x="7824" y="3396"/>
                  </a:cubicBezTo>
                  <a:lnTo>
                    <a:pt x="5049" y="3396"/>
                  </a:lnTo>
                  <a:cubicBezTo>
                    <a:pt x="5321" y="2080"/>
                    <a:pt x="6477" y="1135"/>
                    <a:pt x="7824" y="1132"/>
                  </a:cubicBezTo>
                  <a:close/>
                  <a:moveTo>
                    <a:pt x="10595" y="3393"/>
                  </a:moveTo>
                  <a:cubicBezTo>
                    <a:pt x="10635" y="3580"/>
                    <a:pt x="10653" y="3771"/>
                    <a:pt x="10653" y="3964"/>
                  </a:cubicBezTo>
                  <a:lnTo>
                    <a:pt x="10653" y="6304"/>
                  </a:lnTo>
                  <a:cubicBezTo>
                    <a:pt x="10653" y="7865"/>
                    <a:pt x="9385" y="9133"/>
                    <a:pt x="7824" y="9133"/>
                  </a:cubicBezTo>
                  <a:cubicBezTo>
                    <a:pt x="6260" y="9133"/>
                    <a:pt x="4991" y="7865"/>
                    <a:pt x="4991" y="6304"/>
                  </a:cubicBezTo>
                  <a:lnTo>
                    <a:pt x="4991" y="4529"/>
                  </a:lnTo>
                  <a:lnTo>
                    <a:pt x="7824" y="4529"/>
                  </a:lnTo>
                  <a:cubicBezTo>
                    <a:pt x="8859" y="4525"/>
                    <a:pt x="9856" y="4121"/>
                    <a:pt x="10595" y="3393"/>
                  </a:cubicBezTo>
                  <a:close/>
                  <a:moveTo>
                    <a:pt x="6465" y="10027"/>
                  </a:moveTo>
                  <a:cubicBezTo>
                    <a:pt x="6903" y="10187"/>
                    <a:pt x="7362" y="10267"/>
                    <a:pt x="7823" y="10267"/>
                  </a:cubicBezTo>
                  <a:cubicBezTo>
                    <a:pt x="8283" y="10267"/>
                    <a:pt x="8743" y="10187"/>
                    <a:pt x="9182" y="10027"/>
                  </a:cubicBezTo>
                  <a:lnTo>
                    <a:pt x="9182" y="10027"/>
                  </a:lnTo>
                  <a:lnTo>
                    <a:pt x="7824" y="12071"/>
                  </a:lnTo>
                  <a:lnTo>
                    <a:pt x="6465" y="10027"/>
                  </a:lnTo>
                  <a:close/>
                  <a:moveTo>
                    <a:pt x="10152" y="10610"/>
                  </a:moveTo>
                  <a:lnTo>
                    <a:pt x="11051" y="11476"/>
                  </a:lnTo>
                  <a:lnTo>
                    <a:pt x="9433" y="13904"/>
                  </a:lnTo>
                  <a:lnTo>
                    <a:pt x="8551" y="13022"/>
                  </a:lnTo>
                  <a:lnTo>
                    <a:pt x="10152" y="10610"/>
                  </a:lnTo>
                  <a:close/>
                  <a:moveTo>
                    <a:pt x="5493" y="10610"/>
                  </a:moveTo>
                  <a:lnTo>
                    <a:pt x="7096" y="13022"/>
                  </a:lnTo>
                  <a:lnTo>
                    <a:pt x="6211" y="13907"/>
                  </a:lnTo>
                  <a:lnTo>
                    <a:pt x="4593" y="11476"/>
                  </a:lnTo>
                  <a:lnTo>
                    <a:pt x="5493" y="10610"/>
                  </a:lnTo>
                  <a:close/>
                  <a:moveTo>
                    <a:pt x="3630" y="12074"/>
                  </a:moveTo>
                  <a:lnTo>
                    <a:pt x="5653" y="15109"/>
                  </a:lnTo>
                  <a:cubicBezTo>
                    <a:pt x="5746" y="15251"/>
                    <a:pt x="5900" y="15341"/>
                    <a:pt x="6069" y="15356"/>
                  </a:cubicBezTo>
                  <a:cubicBezTo>
                    <a:pt x="6087" y="15359"/>
                    <a:pt x="6106" y="15359"/>
                    <a:pt x="6124" y="15359"/>
                  </a:cubicBezTo>
                  <a:cubicBezTo>
                    <a:pt x="6275" y="15359"/>
                    <a:pt x="6417" y="15302"/>
                    <a:pt x="6525" y="15193"/>
                  </a:cubicBezTo>
                  <a:lnTo>
                    <a:pt x="7256" y="14463"/>
                  </a:lnTo>
                  <a:lnTo>
                    <a:pt x="7256" y="18192"/>
                  </a:lnTo>
                  <a:lnTo>
                    <a:pt x="2247" y="18192"/>
                  </a:lnTo>
                  <a:lnTo>
                    <a:pt x="1332" y="13502"/>
                  </a:lnTo>
                  <a:cubicBezTo>
                    <a:pt x="1329" y="13493"/>
                    <a:pt x="1326" y="13484"/>
                    <a:pt x="1326" y="13475"/>
                  </a:cubicBezTo>
                  <a:cubicBezTo>
                    <a:pt x="1235" y="13110"/>
                    <a:pt x="1438" y="12735"/>
                    <a:pt x="1791" y="12612"/>
                  </a:cubicBezTo>
                  <a:lnTo>
                    <a:pt x="3630" y="12074"/>
                  </a:lnTo>
                  <a:close/>
                  <a:moveTo>
                    <a:pt x="12015" y="12074"/>
                  </a:moveTo>
                  <a:lnTo>
                    <a:pt x="13899" y="12612"/>
                  </a:lnTo>
                  <a:cubicBezTo>
                    <a:pt x="14252" y="12735"/>
                    <a:pt x="14454" y="13110"/>
                    <a:pt x="14367" y="13475"/>
                  </a:cubicBezTo>
                  <a:cubicBezTo>
                    <a:pt x="14364" y="13481"/>
                    <a:pt x="14361" y="13490"/>
                    <a:pt x="14361" y="13496"/>
                  </a:cubicBezTo>
                  <a:lnTo>
                    <a:pt x="13395" y="18192"/>
                  </a:lnTo>
                  <a:lnTo>
                    <a:pt x="8388" y="18192"/>
                  </a:lnTo>
                  <a:lnTo>
                    <a:pt x="8388" y="14463"/>
                  </a:lnTo>
                  <a:lnTo>
                    <a:pt x="9119" y="15196"/>
                  </a:lnTo>
                  <a:cubicBezTo>
                    <a:pt x="9228" y="15302"/>
                    <a:pt x="9370" y="15362"/>
                    <a:pt x="9521" y="15362"/>
                  </a:cubicBezTo>
                  <a:cubicBezTo>
                    <a:pt x="9539" y="15362"/>
                    <a:pt x="9557" y="15359"/>
                    <a:pt x="9578" y="15359"/>
                  </a:cubicBezTo>
                  <a:cubicBezTo>
                    <a:pt x="9744" y="15341"/>
                    <a:pt x="9898" y="15251"/>
                    <a:pt x="9992" y="15109"/>
                  </a:cubicBezTo>
                  <a:lnTo>
                    <a:pt x="12015" y="12074"/>
                  </a:lnTo>
                  <a:close/>
                  <a:moveTo>
                    <a:pt x="7823" y="1"/>
                  </a:moveTo>
                  <a:cubicBezTo>
                    <a:pt x="7476" y="1"/>
                    <a:pt x="7126" y="46"/>
                    <a:pt x="6779" y="141"/>
                  </a:cubicBezTo>
                  <a:cubicBezTo>
                    <a:pt x="5055" y="612"/>
                    <a:pt x="3859" y="2176"/>
                    <a:pt x="3859" y="3964"/>
                  </a:cubicBezTo>
                  <a:lnTo>
                    <a:pt x="3859" y="6304"/>
                  </a:lnTo>
                  <a:cubicBezTo>
                    <a:pt x="3859" y="7355"/>
                    <a:pt x="4279" y="8363"/>
                    <a:pt x="5022" y="9106"/>
                  </a:cubicBezTo>
                  <a:lnTo>
                    <a:pt x="5022" y="9489"/>
                  </a:lnTo>
                  <a:lnTo>
                    <a:pt x="3539" y="10921"/>
                  </a:lnTo>
                  <a:lnTo>
                    <a:pt x="1462" y="11528"/>
                  </a:lnTo>
                  <a:lnTo>
                    <a:pt x="1444" y="11534"/>
                  </a:lnTo>
                  <a:cubicBezTo>
                    <a:pt x="529" y="11842"/>
                    <a:pt x="0" y="12796"/>
                    <a:pt x="221" y="13735"/>
                  </a:cubicBezTo>
                  <a:lnTo>
                    <a:pt x="1223" y="18868"/>
                  </a:lnTo>
                  <a:cubicBezTo>
                    <a:pt x="1274" y="19131"/>
                    <a:pt x="1507" y="19324"/>
                    <a:pt x="1779" y="19324"/>
                  </a:cubicBezTo>
                  <a:cubicBezTo>
                    <a:pt x="1794" y="19324"/>
                    <a:pt x="1809" y="19324"/>
                    <a:pt x="1824" y="19321"/>
                  </a:cubicBezTo>
                  <a:cubicBezTo>
                    <a:pt x="1839" y="19321"/>
                    <a:pt x="1854" y="19324"/>
                    <a:pt x="1869" y="19324"/>
                  </a:cubicBezTo>
                  <a:lnTo>
                    <a:pt x="13856" y="19324"/>
                  </a:lnTo>
                  <a:cubicBezTo>
                    <a:pt x="14125" y="19324"/>
                    <a:pt x="14358" y="19134"/>
                    <a:pt x="14412" y="18871"/>
                  </a:cubicBezTo>
                  <a:lnTo>
                    <a:pt x="15469" y="13735"/>
                  </a:lnTo>
                  <a:cubicBezTo>
                    <a:pt x="15692" y="12796"/>
                    <a:pt x="15164" y="11842"/>
                    <a:pt x="14249" y="11534"/>
                  </a:cubicBezTo>
                  <a:lnTo>
                    <a:pt x="14225" y="11525"/>
                  </a:lnTo>
                  <a:lnTo>
                    <a:pt x="12108" y="10921"/>
                  </a:lnTo>
                  <a:lnTo>
                    <a:pt x="10623" y="9489"/>
                  </a:lnTo>
                  <a:lnTo>
                    <a:pt x="10623" y="9103"/>
                  </a:lnTo>
                  <a:cubicBezTo>
                    <a:pt x="11368" y="8363"/>
                    <a:pt x="11785" y="7355"/>
                    <a:pt x="11785" y="6304"/>
                  </a:cubicBezTo>
                  <a:lnTo>
                    <a:pt x="11785" y="3964"/>
                  </a:lnTo>
                  <a:cubicBezTo>
                    <a:pt x="11785" y="3281"/>
                    <a:pt x="11610" y="2611"/>
                    <a:pt x="11275" y="2019"/>
                  </a:cubicBezTo>
                  <a:cubicBezTo>
                    <a:pt x="11263" y="1995"/>
                    <a:pt x="11251" y="1971"/>
                    <a:pt x="11233" y="1950"/>
                  </a:cubicBezTo>
                  <a:cubicBezTo>
                    <a:pt x="10507" y="720"/>
                    <a:pt x="9197" y="1"/>
                    <a:pt x="782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7" name="Google Shape;13453;p75"/>
            <p:cNvSpPr/>
            <p:nvPr/>
          </p:nvSpPr>
          <p:spPr>
            <a:xfrm>
              <a:off x="3582300" y="4797475"/>
              <a:ext cx="56650" cy="28350"/>
            </a:xfrm>
            <a:custGeom>
              <a:avLst/>
              <a:gdLst/>
              <a:ahLst/>
              <a:cxnLst/>
              <a:rect l="l" t="t" r="r" b="b"/>
              <a:pathLst>
                <a:path w="2266" h="1134" extrusionOk="0">
                  <a:moveTo>
                    <a:pt x="569" y="1"/>
                  </a:moveTo>
                  <a:cubicBezTo>
                    <a:pt x="254" y="1"/>
                    <a:pt x="1" y="255"/>
                    <a:pt x="1" y="569"/>
                  </a:cubicBezTo>
                  <a:cubicBezTo>
                    <a:pt x="1" y="880"/>
                    <a:pt x="254" y="1133"/>
                    <a:pt x="569" y="1133"/>
                  </a:cubicBezTo>
                  <a:lnTo>
                    <a:pt x="1701" y="1133"/>
                  </a:lnTo>
                  <a:cubicBezTo>
                    <a:pt x="2012" y="1133"/>
                    <a:pt x="2265" y="880"/>
                    <a:pt x="2265" y="569"/>
                  </a:cubicBezTo>
                  <a:cubicBezTo>
                    <a:pt x="2265" y="255"/>
                    <a:pt x="2012" y="1"/>
                    <a:pt x="17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8" name="Google Shape;13454;p75"/>
          <p:cNvGrpSpPr/>
          <p:nvPr/>
        </p:nvGrpSpPr>
        <p:grpSpPr>
          <a:xfrm>
            <a:off x="9002968" y="1050088"/>
            <a:ext cx="970278" cy="800983"/>
            <a:chOff x="3926225" y="4399275"/>
            <a:chExt cx="360775" cy="483150"/>
          </a:xfrm>
          <a:solidFill>
            <a:schemeClr val="tx1"/>
          </a:solidFill>
        </p:grpSpPr>
        <p:sp>
          <p:nvSpPr>
            <p:cNvPr id="39" name="Google Shape;13455;p75"/>
            <p:cNvSpPr/>
            <p:nvPr/>
          </p:nvSpPr>
          <p:spPr>
            <a:xfrm>
              <a:off x="4163400" y="4797475"/>
              <a:ext cx="56650" cy="28350"/>
            </a:xfrm>
            <a:custGeom>
              <a:avLst/>
              <a:gdLst/>
              <a:ahLst/>
              <a:cxnLst/>
              <a:rect l="l" t="t" r="r" b="b"/>
              <a:pathLst>
                <a:path w="2266" h="1134" extrusionOk="0">
                  <a:moveTo>
                    <a:pt x="568" y="1"/>
                  </a:moveTo>
                  <a:cubicBezTo>
                    <a:pt x="254" y="1"/>
                    <a:pt x="1" y="255"/>
                    <a:pt x="1" y="569"/>
                  </a:cubicBezTo>
                  <a:cubicBezTo>
                    <a:pt x="1" y="880"/>
                    <a:pt x="254" y="1133"/>
                    <a:pt x="568" y="1133"/>
                  </a:cubicBezTo>
                  <a:lnTo>
                    <a:pt x="1701" y="1133"/>
                  </a:lnTo>
                  <a:cubicBezTo>
                    <a:pt x="2012" y="1133"/>
                    <a:pt x="2265" y="880"/>
                    <a:pt x="2265" y="569"/>
                  </a:cubicBezTo>
                  <a:cubicBezTo>
                    <a:pt x="2265" y="255"/>
                    <a:pt x="2012" y="1"/>
                    <a:pt x="17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0" name="Google Shape;13456;p75"/>
            <p:cNvSpPr/>
            <p:nvPr/>
          </p:nvSpPr>
          <p:spPr>
            <a:xfrm>
              <a:off x="3926225" y="4399275"/>
              <a:ext cx="360775" cy="483150"/>
            </a:xfrm>
            <a:custGeom>
              <a:avLst/>
              <a:gdLst/>
              <a:ahLst/>
              <a:cxnLst/>
              <a:rect l="l" t="t" r="r" b="b"/>
              <a:pathLst>
                <a:path w="14431" h="19326" extrusionOk="0">
                  <a:moveTo>
                    <a:pt x="10055" y="1134"/>
                  </a:moveTo>
                  <a:cubicBezTo>
                    <a:pt x="10547" y="1134"/>
                    <a:pt x="10985" y="1457"/>
                    <a:pt x="11133" y="1928"/>
                  </a:cubicBezTo>
                  <a:cubicBezTo>
                    <a:pt x="11281" y="2399"/>
                    <a:pt x="11106" y="2912"/>
                    <a:pt x="10698" y="3196"/>
                  </a:cubicBezTo>
                  <a:cubicBezTo>
                    <a:pt x="10692" y="3181"/>
                    <a:pt x="10683" y="3169"/>
                    <a:pt x="10677" y="3154"/>
                  </a:cubicBezTo>
                  <a:cubicBezTo>
                    <a:pt x="10665" y="3129"/>
                    <a:pt x="10650" y="3105"/>
                    <a:pt x="10635" y="3081"/>
                  </a:cubicBezTo>
                  <a:cubicBezTo>
                    <a:pt x="10270" y="2468"/>
                    <a:pt x="9750" y="1964"/>
                    <a:pt x="9125" y="1620"/>
                  </a:cubicBezTo>
                  <a:cubicBezTo>
                    <a:pt x="9337" y="1318"/>
                    <a:pt x="9684" y="1134"/>
                    <a:pt x="10055" y="1134"/>
                  </a:cubicBezTo>
                  <a:close/>
                  <a:moveTo>
                    <a:pt x="7223" y="2266"/>
                  </a:moveTo>
                  <a:cubicBezTo>
                    <a:pt x="8114" y="2266"/>
                    <a:pt x="8953" y="2686"/>
                    <a:pt x="9488" y="3398"/>
                  </a:cubicBezTo>
                  <a:cubicBezTo>
                    <a:pt x="8953" y="4111"/>
                    <a:pt x="8114" y="4527"/>
                    <a:pt x="7223" y="4531"/>
                  </a:cubicBezTo>
                  <a:lnTo>
                    <a:pt x="4448" y="4531"/>
                  </a:lnTo>
                  <a:cubicBezTo>
                    <a:pt x="4720" y="3214"/>
                    <a:pt x="5879" y="2269"/>
                    <a:pt x="7223" y="2266"/>
                  </a:cubicBezTo>
                  <a:close/>
                  <a:moveTo>
                    <a:pt x="9998" y="4527"/>
                  </a:moveTo>
                  <a:cubicBezTo>
                    <a:pt x="10034" y="4715"/>
                    <a:pt x="10055" y="4905"/>
                    <a:pt x="10055" y="5098"/>
                  </a:cubicBezTo>
                  <a:lnTo>
                    <a:pt x="10055" y="7363"/>
                  </a:lnTo>
                  <a:cubicBezTo>
                    <a:pt x="10055" y="8924"/>
                    <a:pt x="8787" y="10192"/>
                    <a:pt x="7223" y="10192"/>
                  </a:cubicBezTo>
                  <a:cubicBezTo>
                    <a:pt x="5659" y="10192"/>
                    <a:pt x="4394" y="8924"/>
                    <a:pt x="4394" y="7363"/>
                  </a:cubicBezTo>
                  <a:lnTo>
                    <a:pt x="4394" y="5663"/>
                  </a:lnTo>
                  <a:lnTo>
                    <a:pt x="7223" y="5663"/>
                  </a:lnTo>
                  <a:cubicBezTo>
                    <a:pt x="8262" y="5660"/>
                    <a:pt x="9255" y="5255"/>
                    <a:pt x="9998" y="4527"/>
                  </a:cubicBezTo>
                  <a:close/>
                  <a:moveTo>
                    <a:pt x="5526" y="10941"/>
                  </a:moveTo>
                  <a:cubicBezTo>
                    <a:pt x="6063" y="11196"/>
                    <a:pt x="6643" y="11324"/>
                    <a:pt x="7224" y="11324"/>
                  </a:cubicBezTo>
                  <a:cubicBezTo>
                    <a:pt x="7777" y="11324"/>
                    <a:pt x="8331" y="11208"/>
                    <a:pt x="8847" y="10977"/>
                  </a:cubicBezTo>
                  <a:lnTo>
                    <a:pt x="8847" y="11967"/>
                  </a:lnTo>
                  <a:cubicBezTo>
                    <a:pt x="8847" y="12227"/>
                    <a:pt x="9026" y="12454"/>
                    <a:pt x="9279" y="12517"/>
                  </a:cubicBezTo>
                  <a:lnTo>
                    <a:pt x="9466" y="12562"/>
                  </a:lnTo>
                  <a:cubicBezTo>
                    <a:pt x="8899" y="13298"/>
                    <a:pt x="8061" y="13665"/>
                    <a:pt x="7223" y="13665"/>
                  </a:cubicBezTo>
                  <a:cubicBezTo>
                    <a:pt x="6379" y="13665"/>
                    <a:pt x="5536" y="13293"/>
                    <a:pt x="4970" y="12547"/>
                  </a:cubicBezTo>
                  <a:lnTo>
                    <a:pt x="5097" y="12514"/>
                  </a:lnTo>
                  <a:cubicBezTo>
                    <a:pt x="5348" y="12454"/>
                    <a:pt x="5526" y="12227"/>
                    <a:pt x="5526" y="11964"/>
                  </a:cubicBezTo>
                  <a:lnTo>
                    <a:pt x="5526" y="10941"/>
                  </a:lnTo>
                  <a:close/>
                  <a:moveTo>
                    <a:pt x="3805" y="12837"/>
                  </a:moveTo>
                  <a:cubicBezTo>
                    <a:pt x="4515" y="14051"/>
                    <a:pt x="5813" y="14794"/>
                    <a:pt x="7217" y="14797"/>
                  </a:cubicBezTo>
                  <a:cubicBezTo>
                    <a:pt x="7220" y="14797"/>
                    <a:pt x="7223" y="14797"/>
                    <a:pt x="7225" y="14797"/>
                  </a:cubicBezTo>
                  <a:cubicBezTo>
                    <a:pt x="8626" y="14797"/>
                    <a:pt x="9924" y="14054"/>
                    <a:pt x="10635" y="12849"/>
                  </a:cubicBezTo>
                  <a:lnTo>
                    <a:pt x="11767" y="13124"/>
                  </a:lnTo>
                  <a:cubicBezTo>
                    <a:pt x="12649" y="13344"/>
                    <a:pt x="13201" y="14217"/>
                    <a:pt x="13020" y="15105"/>
                  </a:cubicBezTo>
                  <a:lnTo>
                    <a:pt x="12404" y="18194"/>
                  </a:lnTo>
                  <a:lnTo>
                    <a:pt x="2027" y="18194"/>
                  </a:lnTo>
                  <a:lnTo>
                    <a:pt x="1408" y="15105"/>
                  </a:lnTo>
                  <a:cubicBezTo>
                    <a:pt x="1229" y="14214"/>
                    <a:pt x="1782" y="13341"/>
                    <a:pt x="2661" y="13124"/>
                  </a:cubicBezTo>
                  <a:lnTo>
                    <a:pt x="3805" y="12837"/>
                  </a:lnTo>
                  <a:close/>
                  <a:moveTo>
                    <a:pt x="10061" y="0"/>
                  </a:moveTo>
                  <a:cubicBezTo>
                    <a:pt x="9256" y="0"/>
                    <a:pt x="8461" y="426"/>
                    <a:pt x="8047" y="1221"/>
                  </a:cubicBezTo>
                  <a:cubicBezTo>
                    <a:pt x="7767" y="1162"/>
                    <a:pt x="7489" y="1134"/>
                    <a:pt x="7216" y="1134"/>
                  </a:cubicBezTo>
                  <a:cubicBezTo>
                    <a:pt x="5084" y="1134"/>
                    <a:pt x="3261" y="2863"/>
                    <a:pt x="3261" y="5098"/>
                  </a:cubicBezTo>
                  <a:lnTo>
                    <a:pt x="3261" y="7363"/>
                  </a:lnTo>
                  <a:cubicBezTo>
                    <a:pt x="3258" y="8398"/>
                    <a:pt x="3666" y="9392"/>
                    <a:pt x="4394" y="10132"/>
                  </a:cubicBezTo>
                  <a:lnTo>
                    <a:pt x="4394" y="11524"/>
                  </a:lnTo>
                  <a:lnTo>
                    <a:pt x="2386" y="12025"/>
                  </a:lnTo>
                  <a:cubicBezTo>
                    <a:pt x="921" y="12390"/>
                    <a:pt x="0" y="13846"/>
                    <a:pt x="299" y="15328"/>
                  </a:cubicBezTo>
                  <a:lnTo>
                    <a:pt x="1006" y="18870"/>
                  </a:lnTo>
                  <a:cubicBezTo>
                    <a:pt x="1060" y="19136"/>
                    <a:pt x="1293" y="19326"/>
                    <a:pt x="1562" y="19326"/>
                  </a:cubicBezTo>
                  <a:lnTo>
                    <a:pt x="12866" y="19326"/>
                  </a:lnTo>
                  <a:cubicBezTo>
                    <a:pt x="13138" y="19326"/>
                    <a:pt x="13371" y="19136"/>
                    <a:pt x="13422" y="18870"/>
                  </a:cubicBezTo>
                  <a:lnTo>
                    <a:pt x="14131" y="15328"/>
                  </a:lnTo>
                  <a:cubicBezTo>
                    <a:pt x="14430" y="13842"/>
                    <a:pt x="13506" y="12387"/>
                    <a:pt x="12039" y="12025"/>
                  </a:cubicBezTo>
                  <a:lnTo>
                    <a:pt x="10569" y="11665"/>
                  </a:lnTo>
                  <a:lnTo>
                    <a:pt x="10565" y="11665"/>
                  </a:lnTo>
                  <a:cubicBezTo>
                    <a:pt x="10505" y="11638"/>
                    <a:pt x="10445" y="11626"/>
                    <a:pt x="10378" y="11620"/>
                  </a:cubicBezTo>
                  <a:lnTo>
                    <a:pt x="9980" y="11524"/>
                  </a:lnTo>
                  <a:lnTo>
                    <a:pt x="9980" y="10207"/>
                  </a:lnTo>
                  <a:cubicBezTo>
                    <a:pt x="10750" y="9461"/>
                    <a:pt x="11188" y="8435"/>
                    <a:pt x="11188" y="7363"/>
                  </a:cubicBezTo>
                  <a:lnTo>
                    <a:pt x="11188" y="5098"/>
                  </a:lnTo>
                  <a:cubicBezTo>
                    <a:pt x="11188" y="4820"/>
                    <a:pt x="11157" y="4546"/>
                    <a:pt x="11100" y="4274"/>
                  </a:cubicBezTo>
                  <a:cubicBezTo>
                    <a:pt x="12459" y="3567"/>
                    <a:pt x="12739" y="1747"/>
                    <a:pt x="11659" y="663"/>
                  </a:cubicBezTo>
                  <a:cubicBezTo>
                    <a:pt x="11209" y="214"/>
                    <a:pt x="10632" y="0"/>
                    <a:pt x="1006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4" name="Grupo 43"/>
          <p:cNvGrpSpPr/>
          <p:nvPr/>
        </p:nvGrpSpPr>
        <p:grpSpPr>
          <a:xfrm>
            <a:off x="8957506" y="2233114"/>
            <a:ext cx="869536" cy="716842"/>
            <a:chOff x="8957506" y="2233114"/>
            <a:chExt cx="869536" cy="716842"/>
          </a:xfrm>
        </p:grpSpPr>
        <p:sp>
          <p:nvSpPr>
            <p:cNvPr id="42" name="Google Shape;14142;p77"/>
            <p:cNvSpPr/>
            <p:nvPr/>
          </p:nvSpPr>
          <p:spPr>
            <a:xfrm>
              <a:off x="8957506" y="2233114"/>
              <a:ext cx="869536" cy="716842"/>
            </a:xfrm>
            <a:custGeom>
              <a:avLst/>
              <a:gdLst/>
              <a:ahLst/>
              <a:cxnLst/>
              <a:rect l="l" t="t" r="r" b="b"/>
              <a:pathLst>
                <a:path w="10397" h="11847" extrusionOk="0">
                  <a:moveTo>
                    <a:pt x="5860" y="694"/>
                  </a:moveTo>
                  <a:cubicBezTo>
                    <a:pt x="7089" y="694"/>
                    <a:pt x="8097" y="1639"/>
                    <a:pt x="8254" y="2805"/>
                  </a:cubicBezTo>
                  <a:cubicBezTo>
                    <a:pt x="8160" y="2773"/>
                    <a:pt x="8065" y="2773"/>
                    <a:pt x="7939" y="2773"/>
                  </a:cubicBezTo>
                  <a:lnTo>
                    <a:pt x="7561" y="2773"/>
                  </a:lnTo>
                  <a:cubicBezTo>
                    <a:pt x="7404" y="1985"/>
                    <a:pt x="6679" y="1387"/>
                    <a:pt x="5860" y="1387"/>
                  </a:cubicBezTo>
                  <a:lnTo>
                    <a:pt x="4474" y="1387"/>
                  </a:lnTo>
                  <a:cubicBezTo>
                    <a:pt x="3655" y="1387"/>
                    <a:pt x="2930" y="1985"/>
                    <a:pt x="2804" y="2773"/>
                  </a:cubicBezTo>
                  <a:lnTo>
                    <a:pt x="2394" y="2773"/>
                  </a:lnTo>
                  <a:cubicBezTo>
                    <a:pt x="2268" y="2773"/>
                    <a:pt x="2142" y="2773"/>
                    <a:pt x="2079" y="2805"/>
                  </a:cubicBezTo>
                  <a:cubicBezTo>
                    <a:pt x="2237" y="1639"/>
                    <a:pt x="3277" y="694"/>
                    <a:pt x="4474" y="694"/>
                  </a:cubicBezTo>
                  <a:close/>
                  <a:moveTo>
                    <a:pt x="6206" y="2143"/>
                  </a:moveTo>
                  <a:cubicBezTo>
                    <a:pt x="6616" y="2300"/>
                    <a:pt x="6931" y="2647"/>
                    <a:pt x="6931" y="3120"/>
                  </a:cubicBezTo>
                  <a:lnTo>
                    <a:pt x="6931" y="3403"/>
                  </a:lnTo>
                  <a:cubicBezTo>
                    <a:pt x="6522" y="3246"/>
                    <a:pt x="6206" y="2899"/>
                    <a:pt x="6206" y="2427"/>
                  </a:cubicBezTo>
                  <a:lnTo>
                    <a:pt x="6206" y="2143"/>
                  </a:lnTo>
                  <a:close/>
                  <a:moveTo>
                    <a:pt x="5513" y="2080"/>
                  </a:moveTo>
                  <a:lnTo>
                    <a:pt x="5513" y="2427"/>
                  </a:lnTo>
                  <a:cubicBezTo>
                    <a:pt x="5513" y="3025"/>
                    <a:pt x="5041" y="3435"/>
                    <a:pt x="4474" y="3435"/>
                  </a:cubicBezTo>
                  <a:lnTo>
                    <a:pt x="3466" y="3435"/>
                  </a:lnTo>
                  <a:lnTo>
                    <a:pt x="3466" y="3088"/>
                  </a:lnTo>
                  <a:cubicBezTo>
                    <a:pt x="3466" y="2490"/>
                    <a:pt x="3938" y="2080"/>
                    <a:pt x="4474" y="2080"/>
                  </a:cubicBezTo>
                  <a:close/>
                  <a:moveTo>
                    <a:pt x="2741" y="3435"/>
                  </a:moveTo>
                  <a:lnTo>
                    <a:pt x="2741" y="5451"/>
                  </a:lnTo>
                  <a:cubicBezTo>
                    <a:pt x="2363" y="5293"/>
                    <a:pt x="2048" y="4947"/>
                    <a:pt x="2048" y="4474"/>
                  </a:cubicBezTo>
                  <a:lnTo>
                    <a:pt x="2048" y="3813"/>
                  </a:lnTo>
                  <a:cubicBezTo>
                    <a:pt x="2048" y="3592"/>
                    <a:pt x="2205" y="3435"/>
                    <a:pt x="2394" y="3435"/>
                  </a:cubicBezTo>
                  <a:close/>
                  <a:moveTo>
                    <a:pt x="7939" y="3498"/>
                  </a:moveTo>
                  <a:cubicBezTo>
                    <a:pt x="8160" y="3498"/>
                    <a:pt x="8317" y="3655"/>
                    <a:pt x="8317" y="3844"/>
                  </a:cubicBezTo>
                  <a:lnTo>
                    <a:pt x="8317" y="4506"/>
                  </a:lnTo>
                  <a:cubicBezTo>
                    <a:pt x="8317" y="4947"/>
                    <a:pt x="8034" y="5325"/>
                    <a:pt x="7593" y="5482"/>
                  </a:cubicBezTo>
                  <a:lnTo>
                    <a:pt x="7593" y="3498"/>
                  </a:lnTo>
                  <a:close/>
                  <a:moveTo>
                    <a:pt x="5891" y="3435"/>
                  </a:moveTo>
                  <a:cubicBezTo>
                    <a:pt x="6143" y="3750"/>
                    <a:pt x="6522" y="4033"/>
                    <a:pt x="6931" y="4128"/>
                  </a:cubicBezTo>
                  <a:lnTo>
                    <a:pt x="6931" y="5892"/>
                  </a:lnTo>
                  <a:cubicBezTo>
                    <a:pt x="6931" y="6491"/>
                    <a:pt x="6459" y="6900"/>
                    <a:pt x="5891" y="6900"/>
                  </a:cubicBezTo>
                  <a:lnTo>
                    <a:pt x="4505" y="6900"/>
                  </a:lnTo>
                  <a:cubicBezTo>
                    <a:pt x="3938" y="6900"/>
                    <a:pt x="3497" y="6428"/>
                    <a:pt x="3497" y="5892"/>
                  </a:cubicBezTo>
                  <a:lnTo>
                    <a:pt x="3497" y="4159"/>
                  </a:lnTo>
                  <a:lnTo>
                    <a:pt x="4505" y="4159"/>
                  </a:lnTo>
                  <a:cubicBezTo>
                    <a:pt x="5072" y="4159"/>
                    <a:pt x="5576" y="3876"/>
                    <a:pt x="5891" y="3435"/>
                  </a:cubicBezTo>
                  <a:close/>
                  <a:moveTo>
                    <a:pt x="6238" y="7593"/>
                  </a:moveTo>
                  <a:cubicBezTo>
                    <a:pt x="6333" y="7782"/>
                    <a:pt x="6459" y="7971"/>
                    <a:pt x="6616" y="8097"/>
                  </a:cubicBezTo>
                  <a:lnTo>
                    <a:pt x="5198" y="9547"/>
                  </a:lnTo>
                  <a:lnTo>
                    <a:pt x="3718" y="8097"/>
                  </a:lnTo>
                  <a:cubicBezTo>
                    <a:pt x="3875" y="7971"/>
                    <a:pt x="4033" y="7782"/>
                    <a:pt x="4096" y="7593"/>
                  </a:cubicBezTo>
                  <a:cubicBezTo>
                    <a:pt x="4190" y="7625"/>
                    <a:pt x="4379" y="7625"/>
                    <a:pt x="4474" y="7625"/>
                  </a:cubicBezTo>
                  <a:lnTo>
                    <a:pt x="5860" y="7625"/>
                  </a:lnTo>
                  <a:cubicBezTo>
                    <a:pt x="5986" y="7625"/>
                    <a:pt x="6143" y="7625"/>
                    <a:pt x="6238" y="7593"/>
                  </a:cubicBezTo>
                  <a:close/>
                  <a:moveTo>
                    <a:pt x="2961" y="8318"/>
                  </a:moveTo>
                  <a:lnTo>
                    <a:pt x="4852" y="10177"/>
                  </a:lnTo>
                  <a:lnTo>
                    <a:pt x="4852" y="11122"/>
                  </a:lnTo>
                  <a:lnTo>
                    <a:pt x="662" y="11122"/>
                  </a:lnTo>
                  <a:lnTo>
                    <a:pt x="662" y="9358"/>
                  </a:lnTo>
                  <a:cubicBezTo>
                    <a:pt x="662" y="8759"/>
                    <a:pt x="1134" y="8318"/>
                    <a:pt x="1701" y="8318"/>
                  </a:cubicBezTo>
                  <a:close/>
                  <a:moveTo>
                    <a:pt x="8664" y="8318"/>
                  </a:moveTo>
                  <a:cubicBezTo>
                    <a:pt x="9262" y="8318"/>
                    <a:pt x="9672" y="8790"/>
                    <a:pt x="9672" y="9358"/>
                  </a:cubicBezTo>
                  <a:lnTo>
                    <a:pt x="9672" y="11122"/>
                  </a:lnTo>
                  <a:lnTo>
                    <a:pt x="5513" y="11122"/>
                  </a:lnTo>
                  <a:lnTo>
                    <a:pt x="5513" y="10177"/>
                  </a:lnTo>
                  <a:lnTo>
                    <a:pt x="7404" y="8318"/>
                  </a:lnTo>
                  <a:close/>
                  <a:moveTo>
                    <a:pt x="4537" y="1"/>
                  </a:moveTo>
                  <a:cubicBezTo>
                    <a:pt x="2804" y="1"/>
                    <a:pt x="1418" y="1418"/>
                    <a:pt x="1418" y="3120"/>
                  </a:cubicBezTo>
                  <a:lnTo>
                    <a:pt x="1418" y="4506"/>
                  </a:lnTo>
                  <a:cubicBezTo>
                    <a:pt x="1418" y="5356"/>
                    <a:pt x="2048" y="6050"/>
                    <a:pt x="2835" y="6207"/>
                  </a:cubicBezTo>
                  <a:cubicBezTo>
                    <a:pt x="2898" y="6648"/>
                    <a:pt x="3151" y="7026"/>
                    <a:pt x="3497" y="7278"/>
                  </a:cubicBezTo>
                  <a:cubicBezTo>
                    <a:pt x="3466" y="7467"/>
                    <a:pt x="3308" y="7625"/>
                    <a:pt x="3119" y="7625"/>
                  </a:cubicBezTo>
                  <a:lnTo>
                    <a:pt x="1733" y="7625"/>
                  </a:lnTo>
                  <a:cubicBezTo>
                    <a:pt x="788" y="7625"/>
                    <a:pt x="0" y="8412"/>
                    <a:pt x="0" y="9358"/>
                  </a:cubicBezTo>
                  <a:lnTo>
                    <a:pt x="0" y="11468"/>
                  </a:lnTo>
                  <a:cubicBezTo>
                    <a:pt x="0" y="11689"/>
                    <a:pt x="158" y="11846"/>
                    <a:pt x="347" y="11846"/>
                  </a:cubicBezTo>
                  <a:lnTo>
                    <a:pt x="10050" y="11846"/>
                  </a:lnTo>
                  <a:cubicBezTo>
                    <a:pt x="10239" y="11846"/>
                    <a:pt x="10397" y="11689"/>
                    <a:pt x="10397" y="11468"/>
                  </a:cubicBezTo>
                  <a:lnTo>
                    <a:pt x="10397" y="9358"/>
                  </a:lnTo>
                  <a:cubicBezTo>
                    <a:pt x="10397" y="8412"/>
                    <a:pt x="9609" y="7625"/>
                    <a:pt x="8664" y="7625"/>
                  </a:cubicBezTo>
                  <a:lnTo>
                    <a:pt x="7278" y="7625"/>
                  </a:lnTo>
                  <a:cubicBezTo>
                    <a:pt x="7089" y="7625"/>
                    <a:pt x="6931" y="7467"/>
                    <a:pt x="6931" y="7278"/>
                  </a:cubicBezTo>
                  <a:cubicBezTo>
                    <a:pt x="7278" y="7026"/>
                    <a:pt x="7530" y="6648"/>
                    <a:pt x="7593" y="6207"/>
                  </a:cubicBezTo>
                  <a:cubicBezTo>
                    <a:pt x="8380" y="6050"/>
                    <a:pt x="9010" y="5325"/>
                    <a:pt x="9010" y="4506"/>
                  </a:cubicBezTo>
                  <a:lnTo>
                    <a:pt x="9010" y="3120"/>
                  </a:lnTo>
                  <a:cubicBezTo>
                    <a:pt x="9010" y="1387"/>
                    <a:pt x="7593" y="1"/>
                    <a:pt x="5891"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4143;p77"/>
            <p:cNvSpPr/>
            <p:nvPr/>
          </p:nvSpPr>
          <p:spPr>
            <a:xfrm>
              <a:off x="9537169" y="2818350"/>
              <a:ext cx="118592" cy="41993"/>
            </a:xfrm>
            <a:custGeom>
              <a:avLst/>
              <a:gdLst/>
              <a:ahLst/>
              <a:cxnLst/>
              <a:rect l="l" t="t" r="r" b="b"/>
              <a:pathLst>
                <a:path w="1418" h="694" extrusionOk="0">
                  <a:moveTo>
                    <a:pt x="347" y="1"/>
                  </a:moveTo>
                  <a:cubicBezTo>
                    <a:pt x="158" y="1"/>
                    <a:pt x="0" y="158"/>
                    <a:pt x="0" y="347"/>
                  </a:cubicBezTo>
                  <a:cubicBezTo>
                    <a:pt x="0" y="536"/>
                    <a:pt x="158" y="694"/>
                    <a:pt x="347" y="694"/>
                  </a:cubicBezTo>
                  <a:lnTo>
                    <a:pt x="1040" y="694"/>
                  </a:lnTo>
                  <a:cubicBezTo>
                    <a:pt x="1260" y="694"/>
                    <a:pt x="1418" y="536"/>
                    <a:pt x="1418" y="347"/>
                  </a:cubicBezTo>
                  <a:cubicBezTo>
                    <a:pt x="1418" y="158"/>
                    <a:pt x="1260" y="1"/>
                    <a:pt x="104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14028;p77"/>
          <p:cNvSpPr/>
          <p:nvPr/>
        </p:nvSpPr>
        <p:spPr>
          <a:xfrm>
            <a:off x="9392274" y="4429003"/>
            <a:ext cx="935836" cy="670251"/>
          </a:xfrm>
          <a:custGeom>
            <a:avLst/>
            <a:gdLst/>
            <a:ahLst/>
            <a:cxnLst/>
            <a:rect l="l" t="t" r="r" b="b"/>
            <a:pathLst>
              <a:path w="10397" h="11878" extrusionOk="0">
                <a:moveTo>
                  <a:pt x="5135" y="725"/>
                </a:moveTo>
                <a:cubicBezTo>
                  <a:pt x="6868" y="725"/>
                  <a:pt x="8254" y="2142"/>
                  <a:pt x="8254" y="3844"/>
                </a:cubicBezTo>
                <a:lnTo>
                  <a:pt x="8254" y="5923"/>
                </a:lnTo>
                <a:cubicBezTo>
                  <a:pt x="8254" y="6112"/>
                  <a:pt x="8097" y="6270"/>
                  <a:pt x="7908" y="6270"/>
                </a:cubicBezTo>
                <a:lnTo>
                  <a:pt x="7498" y="6270"/>
                </a:lnTo>
                <a:cubicBezTo>
                  <a:pt x="7561" y="6144"/>
                  <a:pt x="7561" y="6049"/>
                  <a:pt x="7561" y="5923"/>
                </a:cubicBezTo>
                <a:lnTo>
                  <a:pt x="7561" y="3844"/>
                </a:lnTo>
                <a:cubicBezTo>
                  <a:pt x="7561" y="3623"/>
                  <a:pt x="7404" y="3466"/>
                  <a:pt x="7183" y="3466"/>
                </a:cubicBezTo>
                <a:lnTo>
                  <a:pt x="6490" y="3466"/>
                </a:lnTo>
                <a:cubicBezTo>
                  <a:pt x="5892" y="3466"/>
                  <a:pt x="5450" y="2993"/>
                  <a:pt x="5450" y="2458"/>
                </a:cubicBezTo>
                <a:lnTo>
                  <a:pt x="5450" y="1733"/>
                </a:lnTo>
                <a:cubicBezTo>
                  <a:pt x="5450" y="1544"/>
                  <a:pt x="5293" y="1386"/>
                  <a:pt x="5104" y="1386"/>
                </a:cubicBezTo>
                <a:cubicBezTo>
                  <a:pt x="4915" y="1386"/>
                  <a:pt x="4757" y="1544"/>
                  <a:pt x="4757" y="1733"/>
                </a:cubicBezTo>
                <a:lnTo>
                  <a:pt x="4757" y="2458"/>
                </a:lnTo>
                <a:cubicBezTo>
                  <a:pt x="4757" y="3056"/>
                  <a:pt x="4285" y="3466"/>
                  <a:pt x="3718" y="3466"/>
                </a:cubicBezTo>
                <a:lnTo>
                  <a:pt x="3088" y="3466"/>
                </a:lnTo>
                <a:cubicBezTo>
                  <a:pt x="2899" y="3466"/>
                  <a:pt x="2741" y="3623"/>
                  <a:pt x="2741" y="3844"/>
                </a:cubicBezTo>
                <a:lnTo>
                  <a:pt x="2741" y="5923"/>
                </a:lnTo>
                <a:cubicBezTo>
                  <a:pt x="2741" y="6049"/>
                  <a:pt x="2741" y="6144"/>
                  <a:pt x="2773" y="6270"/>
                </a:cubicBezTo>
                <a:lnTo>
                  <a:pt x="2395" y="6270"/>
                </a:lnTo>
                <a:cubicBezTo>
                  <a:pt x="2205" y="6270"/>
                  <a:pt x="2048" y="6112"/>
                  <a:pt x="2048" y="5923"/>
                </a:cubicBezTo>
                <a:lnTo>
                  <a:pt x="2048" y="3844"/>
                </a:lnTo>
                <a:cubicBezTo>
                  <a:pt x="2048" y="2111"/>
                  <a:pt x="3466" y="725"/>
                  <a:pt x="5135" y="725"/>
                </a:cubicBezTo>
                <a:close/>
                <a:moveTo>
                  <a:pt x="5230" y="3466"/>
                </a:moveTo>
                <a:cubicBezTo>
                  <a:pt x="5545" y="3907"/>
                  <a:pt x="6049" y="4190"/>
                  <a:pt x="6585" y="4190"/>
                </a:cubicBezTo>
                <a:lnTo>
                  <a:pt x="6963" y="4190"/>
                </a:lnTo>
                <a:lnTo>
                  <a:pt x="6963" y="5955"/>
                </a:lnTo>
                <a:lnTo>
                  <a:pt x="6931" y="5955"/>
                </a:lnTo>
                <a:cubicBezTo>
                  <a:pt x="6931" y="6553"/>
                  <a:pt x="6459" y="6994"/>
                  <a:pt x="5892" y="6994"/>
                </a:cubicBezTo>
                <a:lnTo>
                  <a:pt x="4505" y="6994"/>
                </a:lnTo>
                <a:cubicBezTo>
                  <a:pt x="3938" y="6994"/>
                  <a:pt x="3497" y="6522"/>
                  <a:pt x="3497" y="5955"/>
                </a:cubicBezTo>
                <a:lnTo>
                  <a:pt x="3497" y="4190"/>
                </a:lnTo>
                <a:lnTo>
                  <a:pt x="3844" y="4190"/>
                </a:lnTo>
                <a:cubicBezTo>
                  <a:pt x="4379" y="4190"/>
                  <a:pt x="4915" y="3907"/>
                  <a:pt x="5230" y="3466"/>
                </a:cubicBezTo>
                <a:close/>
                <a:moveTo>
                  <a:pt x="6301" y="7624"/>
                </a:moveTo>
                <a:cubicBezTo>
                  <a:pt x="6396" y="8034"/>
                  <a:pt x="6805" y="8349"/>
                  <a:pt x="7278" y="8349"/>
                </a:cubicBezTo>
                <a:lnTo>
                  <a:pt x="7624" y="8349"/>
                </a:lnTo>
                <a:lnTo>
                  <a:pt x="7624" y="9200"/>
                </a:lnTo>
                <a:cubicBezTo>
                  <a:pt x="6852" y="9546"/>
                  <a:pt x="6025" y="9719"/>
                  <a:pt x="5198" y="9719"/>
                </a:cubicBezTo>
                <a:cubicBezTo>
                  <a:pt x="4371" y="9719"/>
                  <a:pt x="3544" y="9546"/>
                  <a:pt x="2773" y="9200"/>
                </a:cubicBezTo>
                <a:lnTo>
                  <a:pt x="2773" y="8349"/>
                </a:lnTo>
                <a:lnTo>
                  <a:pt x="3119" y="8349"/>
                </a:lnTo>
                <a:cubicBezTo>
                  <a:pt x="3560" y="8349"/>
                  <a:pt x="3970" y="8034"/>
                  <a:pt x="4127" y="7624"/>
                </a:cubicBezTo>
                <a:cubicBezTo>
                  <a:pt x="4253" y="7656"/>
                  <a:pt x="4411" y="7656"/>
                  <a:pt x="4505" y="7656"/>
                </a:cubicBezTo>
                <a:lnTo>
                  <a:pt x="5892" y="7656"/>
                </a:lnTo>
                <a:cubicBezTo>
                  <a:pt x="6018" y="7656"/>
                  <a:pt x="6175" y="7656"/>
                  <a:pt x="6301" y="7624"/>
                </a:cubicBezTo>
                <a:close/>
                <a:moveTo>
                  <a:pt x="2079" y="8349"/>
                </a:moveTo>
                <a:lnTo>
                  <a:pt x="2079" y="11153"/>
                </a:lnTo>
                <a:lnTo>
                  <a:pt x="693" y="11153"/>
                </a:lnTo>
                <a:lnTo>
                  <a:pt x="693" y="9389"/>
                </a:lnTo>
                <a:cubicBezTo>
                  <a:pt x="693" y="8790"/>
                  <a:pt x="1166" y="8349"/>
                  <a:pt x="1733" y="8349"/>
                </a:cubicBezTo>
                <a:close/>
                <a:moveTo>
                  <a:pt x="7656" y="9924"/>
                </a:moveTo>
                <a:lnTo>
                  <a:pt x="7656" y="11153"/>
                </a:lnTo>
                <a:lnTo>
                  <a:pt x="2773" y="11153"/>
                </a:lnTo>
                <a:lnTo>
                  <a:pt x="2773" y="9924"/>
                </a:lnTo>
                <a:cubicBezTo>
                  <a:pt x="3560" y="10239"/>
                  <a:pt x="4411" y="10397"/>
                  <a:pt x="5230" y="10397"/>
                </a:cubicBezTo>
                <a:cubicBezTo>
                  <a:pt x="6049" y="10397"/>
                  <a:pt x="6868" y="10239"/>
                  <a:pt x="7656" y="9924"/>
                </a:cubicBezTo>
                <a:close/>
                <a:moveTo>
                  <a:pt x="8664" y="8349"/>
                </a:moveTo>
                <a:cubicBezTo>
                  <a:pt x="9231" y="8349"/>
                  <a:pt x="9672" y="8821"/>
                  <a:pt x="9672" y="9389"/>
                </a:cubicBezTo>
                <a:lnTo>
                  <a:pt x="9672" y="11153"/>
                </a:lnTo>
                <a:lnTo>
                  <a:pt x="8286" y="11153"/>
                </a:lnTo>
                <a:lnTo>
                  <a:pt x="8286" y="8349"/>
                </a:lnTo>
                <a:close/>
                <a:moveTo>
                  <a:pt x="5198" y="0"/>
                </a:moveTo>
                <a:cubicBezTo>
                  <a:pt x="3088" y="0"/>
                  <a:pt x="1355" y="1701"/>
                  <a:pt x="1355" y="3844"/>
                </a:cubicBezTo>
                <a:lnTo>
                  <a:pt x="1355" y="5923"/>
                </a:lnTo>
                <a:cubicBezTo>
                  <a:pt x="1355" y="6522"/>
                  <a:pt x="1827" y="6931"/>
                  <a:pt x="2395" y="6931"/>
                </a:cubicBezTo>
                <a:lnTo>
                  <a:pt x="3088" y="6931"/>
                </a:lnTo>
                <a:cubicBezTo>
                  <a:pt x="3182" y="7057"/>
                  <a:pt x="3308" y="7183"/>
                  <a:pt x="3466" y="7309"/>
                </a:cubicBezTo>
                <a:cubicBezTo>
                  <a:pt x="3466" y="7530"/>
                  <a:pt x="3308" y="7687"/>
                  <a:pt x="3088" y="7687"/>
                </a:cubicBezTo>
                <a:lnTo>
                  <a:pt x="1733" y="7687"/>
                </a:lnTo>
                <a:cubicBezTo>
                  <a:pt x="788" y="7687"/>
                  <a:pt x="0" y="8475"/>
                  <a:pt x="0" y="9420"/>
                </a:cubicBezTo>
                <a:lnTo>
                  <a:pt x="0" y="11499"/>
                </a:lnTo>
                <a:cubicBezTo>
                  <a:pt x="0" y="11720"/>
                  <a:pt x="158" y="11877"/>
                  <a:pt x="347" y="11877"/>
                </a:cubicBezTo>
                <a:lnTo>
                  <a:pt x="10019" y="11877"/>
                </a:lnTo>
                <a:cubicBezTo>
                  <a:pt x="10239" y="11877"/>
                  <a:pt x="10397" y="11720"/>
                  <a:pt x="10397" y="11499"/>
                </a:cubicBezTo>
                <a:lnTo>
                  <a:pt x="10397" y="9420"/>
                </a:lnTo>
                <a:cubicBezTo>
                  <a:pt x="10397" y="8475"/>
                  <a:pt x="9609" y="7687"/>
                  <a:pt x="8664" y="7687"/>
                </a:cubicBezTo>
                <a:lnTo>
                  <a:pt x="7278" y="7687"/>
                </a:lnTo>
                <a:cubicBezTo>
                  <a:pt x="7089" y="7687"/>
                  <a:pt x="6931" y="7530"/>
                  <a:pt x="6931" y="7341"/>
                </a:cubicBezTo>
                <a:cubicBezTo>
                  <a:pt x="7026" y="7246"/>
                  <a:pt x="7152" y="7152"/>
                  <a:pt x="7278" y="6994"/>
                </a:cubicBezTo>
                <a:lnTo>
                  <a:pt x="7971" y="6994"/>
                </a:lnTo>
                <a:cubicBezTo>
                  <a:pt x="8569" y="6994"/>
                  <a:pt x="9011" y="6522"/>
                  <a:pt x="9011" y="5955"/>
                </a:cubicBezTo>
                <a:lnTo>
                  <a:pt x="9011" y="3844"/>
                </a:lnTo>
                <a:cubicBezTo>
                  <a:pt x="9011" y="1733"/>
                  <a:pt x="7309" y="0"/>
                  <a:pt x="519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4380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741458" y="604597"/>
            <a:ext cx="3370729" cy="2585323"/>
          </a:xfrm>
          <a:prstGeom prst="rect">
            <a:avLst/>
          </a:prstGeom>
          <a:noFill/>
        </p:spPr>
        <p:txBody>
          <a:bodyPr wrap="square" rtlCol="0">
            <a:spAutoFit/>
          </a:bodyPr>
          <a:lstStyle/>
          <a:p>
            <a:r>
              <a:rPr lang="es-ES" b="1" dirty="0"/>
              <a:t>Lenguajes de apoyo visual:</a:t>
            </a:r>
          </a:p>
          <a:p>
            <a:endParaRPr lang="es-VE" dirty="0"/>
          </a:p>
          <a:p>
            <a:r>
              <a:rPr lang="es-ES" b="1" dirty="0"/>
              <a:t>Css</a:t>
            </a:r>
          </a:p>
          <a:p>
            <a:endParaRPr lang="es-VE" b="1" dirty="0"/>
          </a:p>
          <a:p>
            <a:endParaRPr lang="es-VE" b="1" dirty="0"/>
          </a:p>
          <a:p>
            <a:endParaRPr lang="es-VE" b="1" dirty="0"/>
          </a:p>
          <a:p>
            <a:r>
              <a:rPr lang="es-ES" b="1" dirty="0"/>
              <a:t>Bootstrap</a:t>
            </a:r>
            <a:endParaRPr lang="es-VE" b="1" dirty="0"/>
          </a:p>
          <a:p>
            <a:r>
              <a:rPr lang="es-ES" dirty="0"/>
              <a:t> </a:t>
            </a:r>
            <a:endParaRPr lang="es-VE" dirty="0"/>
          </a:p>
          <a:p>
            <a:endParaRPr lang="es-VE" dirty="0"/>
          </a:p>
        </p:txBody>
      </p:sp>
      <p:sp>
        <p:nvSpPr>
          <p:cNvPr id="3" name="CuadroTexto 2"/>
          <p:cNvSpPr txBox="1"/>
          <p:nvPr/>
        </p:nvSpPr>
        <p:spPr>
          <a:xfrm>
            <a:off x="519954" y="368827"/>
            <a:ext cx="3693458" cy="646331"/>
          </a:xfrm>
          <a:prstGeom prst="rect">
            <a:avLst/>
          </a:prstGeom>
          <a:noFill/>
        </p:spPr>
        <p:txBody>
          <a:bodyPr wrap="square" rtlCol="0">
            <a:spAutoFit/>
          </a:bodyPr>
          <a:lstStyle/>
          <a:p>
            <a:r>
              <a:rPr lang="es-ES" b="1" dirty="0"/>
              <a:t>Lenguajes de Programación:</a:t>
            </a:r>
            <a:endParaRPr lang="es-VE" dirty="0"/>
          </a:p>
          <a:p>
            <a:endParaRPr lang="es-VE" dirty="0"/>
          </a:p>
        </p:txBody>
      </p:sp>
      <p:sp>
        <p:nvSpPr>
          <p:cNvPr id="4" name="CuadroTexto 3"/>
          <p:cNvSpPr txBox="1"/>
          <p:nvPr/>
        </p:nvSpPr>
        <p:spPr>
          <a:xfrm>
            <a:off x="530867" y="1452890"/>
            <a:ext cx="3998258" cy="923330"/>
          </a:xfrm>
          <a:prstGeom prst="rect">
            <a:avLst/>
          </a:prstGeom>
          <a:noFill/>
        </p:spPr>
        <p:txBody>
          <a:bodyPr wrap="square" rtlCol="0">
            <a:spAutoFit/>
          </a:bodyPr>
          <a:lstStyle/>
          <a:p>
            <a:r>
              <a:rPr lang="es-ES" b="1" dirty="0"/>
              <a:t>Html 5</a:t>
            </a:r>
            <a:r>
              <a:rPr lang="es-ES" dirty="0"/>
              <a:t>: realización de la pagina web (cuerpo sin formato)</a:t>
            </a:r>
          </a:p>
          <a:p>
            <a:endParaRPr lang="es-VE" dirty="0"/>
          </a:p>
        </p:txBody>
      </p:sp>
      <p:sp>
        <p:nvSpPr>
          <p:cNvPr id="5" name="CuadroTexto 4"/>
          <p:cNvSpPr txBox="1"/>
          <p:nvPr/>
        </p:nvSpPr>
        <p:spPr>
          <a:xfrm>
            <a:off x="530867" y="2954083"/>
            <a:ext cx="3693458" cy="369332"/>
          </a:xfrm>
          <a:prstGeom prst="rect">
            <a:avLst/>
          </a:prstGeom>
          <a:noFill/>
        </p:spPr>
        <p:txBody>
          <a:bodyPr wrap="square" rtlCol="0">
            <a:spAutoFit/>
          </a:bodyPr>
          <a:lstStyle/>
          <a:p>
            <a:r>
              <a:rPr lang="es-ES" b="1" dirty="0"/>
              <a:t>PHP </a:t>
            </a:r>
            <a:r>
              <a:rPr lang="es-ES" dirty="0"/>
              <a:t>: Interación con la base de datos</a:t>
            </a:r>
          </a:p>
        </p:txBody>
      </p:sp>
      <p:sp>
        <p:nvSpPr>
          <p:cNvPr id="6" name="CuadroTexto 5"/>
          <p:cNvSpPr txBox="1"/>
          <p:nvPr/>
        </p:nvSpPr>
        <p:spPr>
          <a:xfrm>
            <a:off x="453955" y="4321524"/>
            <a:ext cx="3693458" cy="1477328"/>
          </a:xfrm>
          <a:prstGeom prst="rect">
            <a:avLst/>
          </a:prstGeom>
          <a:noFill/>
        </p:spPr>
        <p:txBody>
          <a:bodyPr wrap="square" rtlCol="0">
            <a:spAutoFit/>
          </a:bodyPr>
          <a:lstStyle/>
          <a:p>
            <a:r>
              <a:rPr lang="es-ES" b="1" dirty="0"/>
              <a:t>JavaScript</a:t>
            </a:r>
            <a:r>
              <a:rPr lang="es-ES" dirty="0"/>
              <a:t>: Interación en tiempo real con el usuario y los datos </a:t>
            </a:r>
          </a:p>
          <a:p>
            <a:r>
              <a:rPr lang="es-ES" dirty="0"/>
              <a:t>guardados en el sistema, permitiendo notar errores y corregirlos antes de enviar los datos</a:t>
            </a:r>
            <a:endParaRPr lang="es-VE" dirty="0"/>
          </a:p>
        </p:txBody>
      </p:sp>
      <p:sp>
        <p:nvSpPr>
          <p:cNvPr id="7" name="CuadroTexto 6"/>
          <p:cNvSpPr txBox="1"/>
          <p:nvPr/>
        </p:nvSpPr>
        <p:spPr>
          <a:xfrm>
            <a:off x="6705599" y="3194121"/>
            <a:ext cx="3406588" cy="646331"/>
          </a:xfrm>
          <a:prstGeom prst="rect">
            <a:avLst/>
          </a:prstGeom>
          <a:noFill/>
        </p:spPr>
        <p:txBody>
          <a:bodyPr wrap="square" rtlCol="0">
            <a:spAutoFit/>
          </a:bodyPr>
          <a:lstStyle/>
          <a:p>
            <a:r>
              <a:rPr lang="es-ES" b="1" dirty="0"/>
              <a:t>Servidor:</a:t>
            </a:r>
            <a:endParaRPr lang="es-VE" dirty="0"/>
          </a:p>
          <a:p>
            <a:r>
              <a:rPr lang="es-ES" b="1" dirty="0"/>
              <a:t>Xammp</a:t>
            </a:r>
            <a:endParaRPr lang="es-VE" b="1" dirty="0"/>
          </a:p>
        </p:txBody>
      </p:sp>
      <p:grpSp>
        <p:nvGrpSpPr>
          <p:cNvPr id="8" name="Google Shape;14703;p79"/>
          <p:cNvGrpSpPr/>
          <p:nvPr/>
        </p:nvGrpSpPr>
        <p:grpSpPr>
          <a:xfrm>
            <a:off x="4350763" y="495271"/>
            <a:ext cx="1479799" cy="1039774"/>
            <a:chOff x="-45664625" y="2352225"/>
            <a:chExt cx="300125" cy="263875"/>
          </a:xfrm>
          <a:solidFill>
            <a:schemeClr val="tx1"/>
          </a:solidFill>
        </p:grpSpPr>
        <p:sp>
          <p:nvSpPr>
            <p:cNvPr id="9" name="Google Shape;14704;p79"/>
            <p:cNvSpPr/>
            <p:nvPr/>
          </p:nvSpPr>
          <p:spPr>
            <a:xfrm>
              <a:off x="-45664625" y="2352225"/>
              <a:ext cx="300125" cy="263875"/>
            </a:xfrm>
            <a:custGeom>
              <a:avLst/>
              <a:gdLst/>
              <a:ahLst/>
              <a:cxnLst/>
              <a:rect l="l" t="t" r="r" b="b"/>
              <a:pathLst>
                <a:path w="12005" h="10555" extrusionOk="0">
                  <a:moveTo>
                    <a:pt x="10965" y="694"/>
                  </a:moveTo>
                  <a:cubicBezTo>
                    <a:pt x="11154" y="694"/>
                    <a:pt x="11311" y="851"/>
                    <a:pt x="11311" y="1072"/>
                  </a:cubicBezTo>
                  <a:lnTo>
                    <a:pt x="11311" y="2836"/>
                  </a:lnTo>
                  <a:lnTo>
                    <a:pt x="726" y="2836"/>
                  </a:lnTo>
                  <a:lnTo>
                    <a:pt x="726" y="1072"/>
                  </a:lnTo>
                  <a:cubicBezTo>
                    <a:pt x="694" y="851"/>
                    <a:pt x="852" y="694"/>
                    <a:pt x="1072" y="694"/>
                  </a:cubicBezTo>
                  <a:close/>
                  <a:moveTo>
                    <a:pt x="11311" y="3498"/>
                  </a:moveTo>
                  <a:lnTo>
                    <a:pt x="11311" y="9484"/>
                  </a:lnTo>
                  <a:cubicBezTo>
                    <a:pt x="11311" y="9673"/>
                    <a:pt x="11154" y="9830"/>
                    <a:pt x="10933" y="9830"/>
                  </a:cubicBezTo>
                  <a:lnTo>
                    <a:pt x="1072" y="9830"/>
                  </a:lnTo>
                  <a:cubicBezTo>
                    <a:pt x="852" y="9830"/>
                    <a:pt x="694" y="9673"/>
                    <a:pt x="694" y="9484"/>
                  </a:cubicBezTo>
                  <a:lnTo>
                    <a:pt x="694" y="3498"/>
                  </a:lnTo>
                  <a:close/>
                  <a:moveTo>
                    <a:pt x="1072" y="1"/>
                  </a:moveTo>
                  <a:cubicBezTo>
                    <a:pt x="473" y="1"/>
                    <a:pt x="1" y="473"/>
                    <a:pt x="1" y="1040"/>
                  </a:cubicBezTo>
                  <a:lnTo>
                    <a:pt x="1" y="9484"/>
                  </a:lnTo>
                  <a:cubicBezTo>
                    <a:pt x="1" y="10082"/>
                    <a:pt x="473" y="10555"/>
                    <a:pt x="1072" y="10555"/>
                  </a:cubicBezTo>
                  <a:lnTo>
                    <a:pt x="10933" y="10555"/>
                  </a:lnTo>
                  <a:cubicBezTo>
                    <a:pt x="11532" y="10555"/>
                    <a:pt x="12004" y="10082"/>
                    <a:pt x="12004" y="9484"/>
                  </a:cubicBezTo>
                  <a:lnTo>
                    <a:pt x="12004" y="1040"/>
                  </a:lnTo>
                  <a:cubicBezTo>
                    <a:pt x="11973" y="473"/>
                    <a:pt x="11500" y="1"/>
                    <a:pt x="109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4705;p79"/>
            <p:cNvSpPr/>
            <p:nvPr/>
          </p:nvSpPr>
          <p:spPr>
            <a:xfrm>
              <a:off x="-45612625" y="2475100"/>
              <a:ext cx="55150" cy="88225"/>
            </a:xfrm>
            <a:custGeom>
              <a:avLst/>
              <a:gdLst/>
              <a:ahLst/>
              <a:cxnLst/>
              <a:rect l="l" t="t" r="r" b="b"/>
              <a:pathLst>
                <a:path w="2206" h="3529" extrusionOk="0">
                  <a:moveTo>
                    <a:pt x="1808" y="0"/>
                  </a:moveTo>
                  <a:cubicBezTo>
                    <a:pt x="1717" y="0"/>
                    <a:pt x="1623" y="32"/>
                    <a:pt x="1544" y="95"/>
                  </a:cubicBezTo>
                  <a:lnTo>
                    <a:pt x="126" y="1513"/>
                  </a:lnTo>
                  <a:cubicBezTo>
                    <a:pt x="0" y="1607"/>
                    <a:pt x="0" y="1859"/>
                    <a:pt x="126" y="2017"/>
                  </a:cubicBezTo>
                  <a:lnTo>
                    <a:pt x="1544" y="3434"/>
                  </a:lnTo>
                  <a:cubicBezTo>
                    <a:pt x="1607" y="3497"/>
                    <a:pt x="1694" y="3529"/>
                    <a:pt x="1784" y="3529"/>
                  </a:cubicBezTo>
                  <a:cubicBezTo>
                    <a:pt x="1875" y="3529"/>
                    <a:pt x="1969" y="3497"/>
                    <a:pt x="2048" y="3434"/>
                  </a:cubicBezTo>
                  <a:cubicBezTo>
                    <a:pt x="2174" y="3308"/>
                    <a:pt x="2174" y="3088"/>
                    <a:pt x="2048" y="2930"/>
                  </a:cubicBezTo>
                  <a:lnTo>
                    <a:pt x="914" y="1765"/>
                  </a:lnTo>
                  <a:lnTo>
                    <a:pt x="2048" y="631"/>
                  </a:lnTo>
                  <a:cubicBezTo>
                    <a:pt x="2206" y="473"/>
                    <a:pt x="2206" y="252"/>
                    <a:pt x="2048" y="95"/>
                  </a:cubicBezTo>
                  <a:cubicBezTo>
                    <a:pt x="1985" y="32"/>
                    <a:pt x="1898" y="0"/>
                    <a:pt x="18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4706;p79"/>
            <p:cNvSpPr/>
            <p:nvPr/>
          </p:nvSpPr>
          <p:spPr>
            <a:xfrm>
              <a:off x="-45471650" y="2475100"/>
              <a:ext cx="54375" cy="86850"/>
            </a:xfrm>
            <a:custGeom>
              <a:avLst/>
              <a:gdLst/>
              <a:ahLst/>
              <a:cxnLst/>
              <a:rect l="l" t="t" r="r" b="b"/>
              <a:pathLst>
                <a:path w="2175" h="3474" extrusionOk="0">
                  <a:moveTo>
                    <a:pt x="391" y="0"/>
                  </a:moveTo>
                  <a:cubicBezTo>
                    <a:pt x="300" y="0"/>
                    <a:pt x="205" y="32"/>
                    <a:pt x="127" y="95"/>
                  </a:cubicBezTo>
                  <a:cubicBezTo>
                    <a:pt x="1" y="189"/>
                    <a:pt x="1" y="441"/>
                    <a:pt x="127" y="599"/>
                  </a:cubicBezTo>
                  <a:lnTo>
                    <a:pt x="1261" y="1733"/>
                  </a:lnTo>
                  <a:lnTo>
                    <a:pt x="127" y="2867"/>
                  </a:lnTo>
                  <a:cubicBezTo>
                    <a:pt x="1" y="2993"/>
                    <a:pt x="1" y="3245"/>
                    <a:pt x="127" y="3403"/>
                  </a:cubicBezTo>
                  <a:cubicBezTo>
                    <a:pt x="174" y="3450"/>
                    <a:pt x="261" y="3474"/>
                    <a:pt x="355" y="3474"/>
                  </a:cubicBezTo>
                  <a:cubicBezTo>
                    <a:pt x="450" y="3474"/>
                    <a:pt x="552" y="3450"/>
                    <a:pt x="631" y="3403"/>
                  </a:cubicBezTo>
                  <a:lnTo>
                    <a:pt x="2048" y="1985"/>
                  </a:lnTo>
                  <a:cubicBezTo>
                    <a:pt x="2174" y="1859"/>
                    <a:pt x="2174" y="1607"/>
                    <a:pt x="2048" y="1450"/>
                  </a:cubicBezTo>
                  <a:lnTo>
                    <a:pt x="631" y="95"/>
                  </a:lnTo>
                  <a:cubicBezTo>
                    <a:pt x="568" y="32"/>
                    <a:pt x="481" y="0"/>
                    <a:pt x="3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4707;p79"/>
            <p:cNvSpPr/>
            <p:nvPr/>
          </p:nvSpPr>
          <p:spPr>
            <a:xfrm>
              <a:off x="-45542525" y="2456975"/>
              <a:ext cx="55150" cy="123300"/>
            </a:xfrm>
            <a:custGeom>
              <a:avLst/>
              <a:gdLst/>
              <a:ahLst/>
              <a:cxnLst/>
              <a:rect l="l" t="t" r="r" b="b"/>
              <a:pathLst>
                <a:path w="2206" h="4932" extrusionOk="0">
                  <a:moveTo>
                    <a:pt x="1791" y="0"/>
                  </a:moveTo>
                  <a:cubicBezTo>
                    <a:pt x="1651" y="0"/>
                    <a:pt x="1529" y="108"/>
                    <a:pt x="1481" y="253"/>
                  </a:cubicBezTo>
                  <a:lnTo>
                    <a:pt x="63" y="4474"/>
                  </a:lnTo>
                  <a:cubicBezTo>
                    <a:pt x="0" y="4664"/>
                    <a:pt x="126" y="4853"/>
                    <a:pt x="315" y="4916"/>
                  </a:cubicBezTo>
                  <a:cubicBezTo>
                    <a:pt x="349" y="4927"/>
                    <a:pt x="382" y="4932"/>
                    <a:pt x="415" y="4932"/>
                  </a:cubicBezTo>
                  <a:cubicBezTo>
                    <a:pt x="567" y="4932"/>
                    <a:pt x="704" y="4819"/>
                    <a:pt x="756" y="4664"/>
                  </a:cubicBezTo>
                  <a:lnTo>
                    <a:pt x="2174" y="442"/>
                  </a:lnTo>
                  <a:cubicBezTo>
                    <a:pt x="2206" y="284"/>
                    <a:pt x="2111" y="95"/>
                    <a:pt x="1922" y="32"/>
                  </a:cubicBezTo>
                  <a:cubicBezTo>
                    <a:pt x="1878" y="10"/>
                    <a:pt x="1834" y="0"/>
                    <a:pt x="1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4708;p79"/>
            <p:cNvSpPr/>
            <p:nvPr/>
          </p:nvSpPr>
          <p:spPr>
            <a:xfrm>
              <a:off x="-45541750" y="2386100"/>
              <a:ext cx="35475" cy="18125"/>
            </a:xfrm>
            <a:custGeom>
              <a:avLst/>
              <a:gdLst/>
              <a:ahLst/>
              <a:cxnLst/>
              <a:rect l="l" t="t" r="r" b="b"/>
              <a:pathLst>
                <a:path w="1419" h="725" extrusionOk="0">
                  <a:moveTo>
                    <a:pt x="347" y="0"/>
                  </a:moveTo>
                  <a:cubicBezTo>
                    <a:pt x="158" y="0"/>
                    <a:pt x="1" y="189"/>
                    <a:pt x="1" y="378"/>
                  </a:cubicBezTo>
                  <a:cubicBezTo>
                    <a:pt x="32" y="567"/>
                    <a:pt x="221" y="725"/>
                    <a:pt x="347" y="725"/>
                  </a:cubicBezTo>
                  <a:lnTo>
                    <a:pt x="1072" y="725"/>
                  </a:lnTo>
                  <a:cubicBezTo>
                    <a:pt x="1261" y="725"/>
                    <a:pt x="1418" y="567"/>
                    <a:pt x="1418" y="378"/>
                  </a:cubicBezTo>
                  <a:cubicBezTo>
                    <a:pt x="1418" y="189"/>
                    <a:pt x="1261"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709;p79"/>
            <p:cNvSpPr/>
            <p:nvPr/>
          </p:nvSpPr>
          <p:spPr>
            <a:xfrm>
              <a:off x="-45488175" y="2386100"/>
              <a:ext cx="35450" cy="18125"/>
            </a:xfrm>
            <a:custGeom>
              <a:avLst/>
              <a:gdLst/>
              <a:ahLst/>
              <a:cxnLst/>
              <a:rect l="l" t="t" r="r" b="b"/>
              <a:pathLst>
                <a:path w="1418" h="725" extrusionOk="0">
                  <a:moveTo>
                    <a:pt x="347" y="0"/>
                  </a:moveTo>
                  <a:cubicBezTo>
                    <a:pt x="158" y="0"/>
                    <a:pt x="0" y="189"/>
                    <a:pt x="0" y="378"/>
                  </a:cubicBezTo>
                  <a:cubicBezTo>
                    <a:pt x="0" y="567"/>
                    <a:pt x="158" y="725"/>
                    <a:pt x="347" y="725"/>
                  </a:cubicBezTo>
                  <a:lnTo>
                    <a:pt x="1040" y="725"/>
                  </a:lnTo>
                  <a:cubicBezTo>
                    <a:pt x="1260" y="725"/>
                    <a:pt x="1418" y="567"/>
                    <a:pt x="1418" y="378"/>
                  </a:cubicBezTo>
                  <a:cubicBezTo>
                    <a:pt x="1418" y="189"/>
                    <a:pt x="1260"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4710;p79"/>
            <p:cNvSpPr/>
            <p:nvPr/>
          </p:nvSpPr>
          <p:spPr>
            <a:xfrm>
              <a:off x="-45436200" y="2386100"/>
              <a:ext cx="35450" cy="18125"/>
            </a:xfrm>
            <a:custGeom>
              <a:avLst/>
              <a:gdLst/>
              <a:ahLst/>
              <a:cxnLst/>
              <a:rect l="l" t="t" r="r" b="b"/>
              <a:pathLst>
                <a:path w="1418" h="725" extrusionOk="0">
                  <a:moveTo>
                    <a:pt x="347" y="0"/>
                  </a:moveTo>
                  <a:cubicBezTo>
                    <a:pt x="158" y="0"/>
                    <a:pt x="0" y="189"/>
                    <a:pt x="0" y="378"/>
                  </a:cubicBezTo>
                  <a:cubicBezTo>
                    <a:pt x="32" y="567"/>
                    <a:pt x="189" y="725"/>
                    <a:pt x="347" y="725"/>
                  </a:cubicBezTo>
                  <a:lnTo>
                    <a:pt x="1072" y="725"/>
                  </a:lnTo>
                  <a:cubicBezTo>
                    <a:pt x="1261" y="725"/>
                    <a:pt x="1418" y="567"/>
                    <a:pt x="1418" y="378"/>
                  </a:cubicBezTo>
                  <a:cubicBezTo>
                    <a:pt x="1418" y="189"/>
                    <a:pt x="1261"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Rectángulo 16"/>
          <p:cNvSpPr/>
          <p:nvPr/>
        </p:nvSpPr>
        <p:spPr>
          <a:xfrm>
            <a:off x="7543769" y="875252"/>
            <a:ext cx="1304958" cy="1107996"/>
          </a:xfrm>
          <a:prstGeom prst="rect">
            <a:avLst/>
          </a:prstGeom>
        </p:spPr>
        <p:txBody>
          <a:bodyPr wrap="square">
            <a:spAutoFit/>
          </a:bodyPr>
          <a:lstStyle/>
          <a:p>
            <a:r>
              <a:rPr lang="es-ES" sz="6600" b="1" dirty="0"/>
              <a:t>Css</a:t>
            </a:r>
          </a:p>
        </p:txBody>
      </p:sp>
      <p:sp>
        <p:nvSpPr>
          <p:cNvPr id="21" name="Rectángulo 20"/>
          <p:cNvSpPr/>
          <p:nvPr/>
        </p:nvSpPr>
        <p:spPr>
          <a:xfrm>
            <a:off x="3164381" y="1951944"/>
            <a:ext cx="2372765" cy="923330"/>
          </a:xfrm>
          <a:prstGeom prst="rect">
            <a:avLst/>
          </a:prstGeom>
        </p:spPr>
        <p:txBody>
          <a:bodyPr wrap="none">
            <a:spAutoFit/>
          </a:bodyPr>
          <a:lstStyle/>
          <a:p>
            <a:r>
              <a:rPr lang="es-ES" sz="5400" b="1" dirty="0"/>
              <a:t>HTML 5</a:t>
            </a:r>
            <a:endParaRPr lang="es-VE" sz="5400" dirty="0"/>
          </a:p>
        </p:txBody>
      </p:sp>
      <p:sp>
        <p:nvSpPr>
          <p:cNvPr id="22" name="Rectángulo 21"/>
          <p:cNvSpPr/>
          <p:nvPr/>
        </p:nvSpPr>
        <p:spPr>
          <a:xfrm>
            <a:off x="3757691" y="5213776"/>
            <a:ext cx="933269" cy="1323439"/>
          </a:xfrm>
          <a:prstGeom prst="rect">
            <a:avLst/>
          </a:prstGeom>
        </p:spPr>
        <p:txBody>
          <a:bodyPr wrap="none">
            <a:spAutoFit/>
          </a:bodyPr>
          <a:lstStyle/>
          <a:p>
            <a:r>
              <a:rPr lang="es-ES" sz="8000" b="1" dirty="0"/>
              <a:t>Js</a:t>
            </a:r>
            <a:endParaRPr lang="es-VE" sz="8000" dirty="0"/>
          </a:p>
        </p:txBody>
      </p:sp>
      <p:sp>
        <p:nvSpPr>
          <p:cNvPr id="23" name="Rectángulo 22"/>
          <p:cNvSpPr/>
          <p:nvPr/>
        </p:nvSpPr>
        <p:spPr>
          <a:xfrm>
            <a:off x="8263452" y="3460575"/>
            <a:ext cx="2404826" cy="923330"/>
          </a:xfrm>
          <a:prstGeom prst="rect">
            <a:avLst/>
          </a:prstGeom>
        </p:spPr>
        <p:txBody>
          <a:bodyPr wrap="none">
            <a:spAutoFit/>
          </a:bodyPr>
          <a:lstStyle/>
          <a:p>
            <a:r>
              <a:rPr lang="es-ES" sz="5400" b="1" dirty="0"/>
              <a:t>Xammp</a:t>
            </a:r>
            <a:endParaRPr lang="es-VE" sz="5400" b="1" dirty="0"/>
          </a:p>
        </p:txBody>
      </p:sp>
      <p:sp>
        <p:nvSpPr>
          <p:cNvPr id="24" name="Rectángulo 23"/>
          <p:cNvSpPr/>
          <p:nvPr/>
        </p:nvSpPr>
        <p:spPr>
          <a:xfrm>
            <a:off x="3402914" y="3120728"/>
            <a:ext cx="1925527" cy="1323439"/>
          </a:xfrm>
          <a:prstGeom prst="rect">
            <a:avLst/>
          </a:prstGeom>
        </p:spPr>
        <p:txBody>
          <a:bodyPr wrap="none">
            <a:spAutoFit/>
          </a:bodyPr>
          <a:lstStyle/>
          <a:p>
            <a:r>
              <a:rPr lang="es-ES" sz="8000" b="1" dirty="0"/>
              <a:t>PHP</a:t>
            </a:r>
            <a:endParaRPr lang="es-VE" sz="8000" dirty="0"/>
          </a:p>
        </p:txBody>
      </p:sp>
    </p:spTree>
    <p:extLst>
      <p:ext uri="{BB962C8B-B14F-4D97-AF65-F5344CB8AC3E}">
        <p14:creationId xmlns:p14="http://schemas.microsoft.com/office/powerpoint/2010/main" val="2518423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591671" y="1148355"/>
            <a:ext cx="9986683" cy="923330"/>
          </a:xfrm>
          <a:prstGeom prst="rect">
            <a:avLst/>
          </a:prstGeom>
          <a:noFill/>
        </p:spPr>
        <p:txBody>
          <a:bodyPr wrap="square" rtlCol="0">
            <a:spAutoFit/>
          </a:bodyPr>
          <a:lstStyle/>
          <a:p>
            <a:r>
              <a:rPr lang="en-US" dirty="0"/>
              <a:t>Usando los atributos de </a:t>
            </a:r>
            <a:r>
              <a:rPr lang="en-US" b="1" dirty="0"/>
              <a:t>HTML</a:t>
            </a:r>
            <a:r>
              <a:rPr lang="en-US" dirty="0"/>
              <a:t> y </a:t>
            </a:r>
            <a:r>
              <a:rPr lang="en-US" b="1" dirty="0"/>
              <a:t>JavaScript</a:t>
            </a:r>
            <a:r>
              <a:rPr lang="en-US" dirty="0"/>
              <a:t> verificaremos que se use el formato adecuado mediante expresiones regulares, permitiendo que los formularios solo se envíen si se usa un formato adecuado, de igual manera al llegar a PHP se hace otra verificación de seguirdad.</a:t>
            </a:r>
            <a:endParaRPr lang="es-VE" dirty="0"/>
          </a:p>
        </p:txBody>
      </p:sp>
      <p:sp>
        <p:nvSpPr>
          <p:cNvPr id="3" name="CuadroTexto 2"/>
          <p:cNvSpPr txBox="1"/>
          <p:nvPr/>
        </p:nvSpPr>
        <p:spPr>
          <a:xfrm>
            <a:off x="591671" y="3423643"/>
            <a:ext cx="8695765" cy="1200329"/>
          </a:xfrm>
          <a:prstGeom prst="rect">
            <a:avLst/>
          </a:prstGeom>
          <a:noFill/>
        </p:spPr>
        <p:txBody>
          <a:bodyPr wrap="square" rtlCol="0">
            <a:spAutoFit/>
          </a:bodyPr>
          <a:lstStyle/>
          <a:p>
            <a:r>
              <a:rPr lang="en-US" dirty="0"/>
              <a:t> Registrando usuarios se verifica que la cedula no exista en el sistema, y de ya existir se notifica, igualmente se hace con el nombre de usuario Mediante las expresiones regulares se verifican todos los datos </a:t>
            </a:r>
            <a:r>
              <a:rPr lang="es-ES" dirty="0"/>
              <a:t>usando javascript</a:t>
            </a:r>
            <a:endParaRPr lang="es-VE" dirty="0"/>
          </a:p>
          <a:p>
            <a:endParaRPr lang="es-VE" dirty="0"/>
          </a:p>
        </p:txBody>
      </p:sp>
      <p:sp>
        <p:nvSpPr>
          <p:cNvPr id="4" name="CuadroTexto 3"/>
          <p:cNvSpPr txBox="1"/>
          <p:nvPr/>
        </p:nvSpPr>
        <p:spPr>
          <a:xfrm>
            <a:off x="2043953" y="502024"/>
            <a:ext cx="2545976" cy="646331"/>
          </a:xfrm>
          <a:prstGeom prst="rect">
            <a:avLst/>
          </a:prstGeom>
          <a:noFill/>
        </p:spPr>
        <p:txBody>
          <a:bodyPr wrap="square" rtlCol="0">
            <a:spAutoFit/>
          </a:bodyPr>
          <a:lstStyle/>
          <a:p>
            <a:r>
              <a:rPr lang="en-US" b="1" dirty="0"/>
              <a:t>Casos de validaciones:</a:t>
            </a:r>
            <a:r>
              <a:rPr lang="en-US" dirty="0"/>
              <a:t> </a:t>
            </a:r>
            <a:endParaRPr lang="es-VE" dirty="0"/>
          </a:p>
          <a:p>
            <a:endParaRPr lang="es-VE" dirty="0"/>
          </a:p>
        </p:txBody>
      </p:sp>
    </p:spTree>
    <p:extLst>
      <p:ext uri="{BB962C8B-B14F-4D97-AF65-F5344CB8AC3E}">
        <p14:creationId xmlns:p14="http://schemas.microsoft.com/office/powerpoint/2010/main" val="2538912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233083" y="3203273"/>
            <a:ext cx="11672046" cy="2031325"/>
          </a:xfrm>
          <a:prstGeom prst="rect">
            <a:avLst/>
          </a:prstGeom>
          <a:noFill/>
        </p:spPr>
        <p:txBody>
          <a:bodyPr wrap="square" rtlCol="0">
            <a:spAutoFit/>
          </a:bodyPr>
          <a:lstStyle/>
          <a:p>
            <a:r>
              <a:rPr lang="es-ES" b="1" dirty="0"/>
              <a:t>Seguridad dentro del sistema</a:t>
            </a:r>
            <a:r>
              <a:rPr lang="es-ES" dirty="0"/>
              <a:t>: Empezando por las expresiones regulares de</a:t>
            </a:r>
            <a:r>
              <a:rPr lang="es-ES" b="1" dirty="0"/>
              <a:t> HTML </a:t>
            </a:r>
            <a:r>
              <a:rPr lang="es-ES" dirty="0"/>
              <a:t>para evitar ingresar datos indevidos, si pasa dicho paso, se hace una verificación a tavés de expresiones regulares en </a:t>
            </a:r>
            <a:r>
              <a:rPr lang="es-ES" b="1" dirty="0"/>
              <a:t>JavaScript</a:t>
            </a:r>
            <a:r>
              <a:rPr lang="es-ES" dirty="0"/>
              <a:t> que requiere del uso adecuado para poder envíar información; si pasa este método, se necesita pasar funciones en </a:t>
            </a:r>
            <a:r>
              <a:rPr lang="es-ES" b="1" dirty="0"/>
              <a:t>PHP</a:t>
            </a:r>
            <a:r>
              <a:rPr lang="es-ES" dirty="0"/>
              <a:t> que revisan el texto ingresado y en caso de conseguir simbolos no permitidos rechazan la acción que se está realizando. Para la contraseña, será encriptada y nunca será visible, para la recuperación se tienen preguntas de seguridad, en caso de perder las preguntas de seguridad se necesitará el permiso del administrador para recuperar dicha cuenta, será el único con acceso a está areas.</a:t>
            </a:r>
            <a:endParaRPr lang="es-VE" dirty="0"/>
          </a:p>
          <a:p>
            <a:endParaRPr lang="es-VE" dirty="0"/>
          </a:p>
        </p:txBody>
      </p:sp>
      <p:sp>
        <p:nvSpPr>
          <p:cNvPr id="3" name="CuadroTexto 2"/>
          <p:cNvSpPr txBox="1"/>
          <p:nvPr/>
        </p:nvSpPr>
        <p:spPr>
          <a:xfrm>
            <a:off x="4607858" y="328241"/>
            <a:ext cx="2259106" cy="923330"/>
          </a:xfrm>
          <a:prstGeom prst="rect">
            <a:avLst/>
          </a:prstGeom>
          <a:noFill/>
        </p:spPr>
        <p:txBody>
          <a:bodyPr wrap="square" rtlCol="0">
            <a:spAutoFit/>
          </a:bodyPr>
          <a:lstStyle/>
          <a:p>
            <a:r>
              <a:rPr lang="es-ES" b="1" dirty="0"/>
              <a:t>Servicios del Sistema:</a:t>
            </a:r>
            <a:endParaRPr lang="es-VE" dirty="0"/>
          </a:p>
          <a:p>
            <a:r>
              <a:rPr lang="es-ES" dirty="0"/>
              <a:t> </a:t>
            </a:r>
            <a:endParaRPr lang="es-VE" dirty="0"/>
          </a:p>
          <a:p>
            <a:endParaRPr lang="es-VE" dirty="0"/>
          </a:p>
        </p:txBody>
      </p:sp>
      <p:sp>
        <p:nvSpPr>
          <p:cNvPr id="4" name="CuadroTexto 3"/>
          <p:cNvSpPr txBox="1"/>
          <p:nvPr/>
        </p:nvSpPr>
        <p:spPr>
          <a:xfrm>
            <a:off x="382877" y="683388"/>
            <a:ext cx="11672046" cy="646331"/>
          </a:xfrm>
          <a:prstGeom prst="rect">
            <a:avLst/>
          </a:prstGeom>
          <a:noFill/>
        </p:spPr>
        <p:txBody>
          <a:bodyPr wrap="square" rtlCol="0">
            <a:spAutoFit/>
          </a:bodyPr>
          <a:lstStyle/>
          <a:p>
            <a:r>
              <a:rPr lang="es-ES" b="1" dirty="0"/>
              <a:t>Auditoria:</a:t>
            </a:r>
            <a:r>
              <a:rPr lang="es-ES" dirty="0"/>
              <a:t> ya se esta implementando el registro de todas las acciones del usuario tanto como de ingreso, egreso y cambios dentro del sistema,</a:t>
            </a:r>
          </a:p>
        </p:txBody>
      </p:sp>
      <p:sp>
        <p:nvSpPr>
          <p:cNvPr id="14" name="Google Shape;5670;p53"/>
          <p:cNvSpPr/>
          <p:nvPr/>
        </p:nvSpPr>
        <p:spPr>
          <a:xfrm>
            <a:off x="1843066" y="5099373"/>
            <a:ext cx="2603427" cy="1348027"/>
          </a:xfrm>
          <a:custGeom>
            <a:avLst/>
            <a:gdLst/>
            <a:ahLst/>
            <a:cxnLst/>
            <a:rect l="l" t="t" r="r" b="b"/>
            <a:pathLst>
              <a:path w="15670" h="14766" extrusionOk="0">
                <a:moveTo>
                  <a:pt x="3427" y="1487"/>
                </a:moveTo>
                <a:lnTo>
                  <a:pt x="3241" y="1540"/>
                </a:lnTo>
                <a:lnTo>
                  <a:pt x="3082" y="1620"/>
                </a:lnTo>
                <a:lnTo>
                  <a:pt x="2949" y="1700"/>
                </a:lnTo>
                <a:lnTo>
                  <a:pt x="2816" y="1859"/>
                </a:lnTo>
                <a:lnTo>
                  <a:pt x="2710" y="2045"/>
                </a:lnTo>
                <a:lnTo>
                  <a:pt x="2630" y="2231"/>
                </a:lnTo>
                <a:lnTo>
                  <a:pt x="2604" y="2443"/>
                </a:lnTo>
                <a:lnTo>
                  <a:pt x="2630" y="2523"/>
                </a:lnTo>
                <a:lnTo>
                  <a:pt x="2683" y="2603"/>
                </a:lnTo>
                <a:lnTo>
                  <a:pt x="2763" y="2656"/>
                </a:lnTo>
                <a:lnTo>
                  <a:pt x="2949" y="2656"/>
                </a:lnTo>
                <a:lnTo>
                  <a:pt x="3002" y="2603"/>
                </a:lnTo>
                <a:lnTo>
                  <a:pt x="3055" y="2523"/>
                </a:lnTo>
                <a:lnTo>
                  <a:pt x="3082" y="2443"/>
                </a:lnTo>
                <a:lnTo>
                  <a:pt x="3082" y="2337"/>
                </a:lnTo>
                <a:lnTo>
                  <a:pt x="3108" y="2231"/>
                </a:lnTo>
                <a:lnTo>
                  <a:pt x="3188" y="2125"/>
                </a:lnTo>
                <a:lnTo>
                  <a:pt x="3241" y="2045"/>
                </a:lnTo>
                <a:lnTo>
                  <a:pt x="3321" y="2018"/>
                </a:lnTo>
                <a:lnTo>
                  <a:pt x="3400" y="1965"/>
                </a:lnTo>
                <a:lnTo>
                  <a:pt x="3480" y="1939"/>
                </a:lnTo>
                <a:lnTo>
                  <a:pt x="3692" y="1939"/>
                </a:lnTo>
                <a:lnTo>
                  <a:pt x="3772" y="1992"/>
                </a:lnTo>
                <a:lnTo>
                  <a:pt x="3852" y="2018"/>
                </a:lnTo>
                <a:lnTo>
                  <a:pt x="3931" y="2071"/>
                </a:lnTo>
                <a:lnTo>
                  <a:pt x="3984" y="2151"/>
                </a:lnTo>
                <a:lnTo>
                  <a:pt x="4038" y="2231"/>
                </a:lnTo>
                <a:lnTo>
                  <a:pt x="4064" y="2310"/>
                </a:lnTo>
                <a:lnTo>
                  <a:pt x="4064" y="2417"/>
                </a:lnTo>
                <a:lnTo>
                  <a:pt x="4064" y="2523"/>
                </a:lnTo>
                <a:lnTo>
                  <a:pt x="4038" y="2603"/>
                </a:lnTo>
                <a:lnTo>
                  <a:pt x="4011" y="2709"/>
                </a:lnTo>
                <a:lnTo>
                  <a:pt x="3931" y="2788"/>
                </a:lnTo>
                <a:lnTo>
                  <a:pt x="3852" y="2842"/>
                </a:lnTo>
                <a:lnTo>
                  <a:pt x="3772" y="2895"/>
                </a:lnTo>
                <a:lnTo>
                  <a:pt x="3666" y="2921"/>
                </a:lnTo>
                <a:lnTo>
                  <a:pt x="3586" y="2948"/>
                </a:lnTo>
                <a:lnTo>
                  <a:pt x="3480" y="2948"/>
                </a:lnTo>
                <a:lnTo>
                  <a:pt x="3400" y="3001"/>
                </a:lnTo>
                <a:lnTo>
                  <a:pt x="3374" y="3081"/>
                </a:lnTo>
                <a:lnTo>
                  <a:pt x="3347" y="3160"/>
                </a:lnTo>
                <a:lnTo>
                  <a:pt x="3347" y="3930"/>
                </a:lnTo>
                <a:lnTo>
                  <a:pt x="3374" y="4010"/>
                </a:lnTo>
                <a:lnTo>
                  <a:pt x="3400" y="4090"/>
                </a:lnTo>
                <a:lnTo>
                  <a:pt x="3480" y="4143"/>
                </a:lnTo>
                <a:lnTo>
                  <a:pt x="3586" y="4169"/>
                </a:lnTo>
                <a:lnTo>
                  <a:pt x="3666" y="4143"/>
                </a:lnTo>
                <a:lnTo>
                  <a:pt x="3745" y="4090"/>
                </a:lnTo>
                <a:lnTo>
                  <a:pt x="3799" y="4010"/>
                </a:lnTo>
                <a:lnTo>
                  <a:pt x="3799" y="3930"/>
                </a:lnTo>
                <a:lnTo>
                  <a:pt x="3799" y="3373"/>
                </a:lnTo>
                <a:lnTo>
                  <a:pt x="3931" y="3320"/>
                </a:lnTo>
                <a:lnTo>
                  <a:pt x="4064" y="3267"/>
                </a:lnTo>
                <a:lnTo>
                  <a:pt x="4170" y="3187"/>
                </a:lnTo>
                <a:lnTo>
                  <a:pt x="4277" y="3107"/>
                </a:lnTo>
                <a:lnTo>
                  <a:pt x="4383" y="2948"/>
                </a:lnTo>
                <a:lnTo>
                  <a:pt x="4462" y="2762"/>
                </a:lnTo>
                <a:lnTo>
                  <a:pt x="4516" y="2576"/>
                </a:lnTo>
                <a:lnTo>
                  <a:pt x="4542" y="2390"/>
                </a:lnTo>
                <a:lnTo>
                  <a:pt x="4516" y="2204"/>
                </a:lnTo>
                <a:lnTo>
                  <a:pt x="4436" y="2045"/>
                </a:lnTo>
                <a:lnTo>
                  <a:pt x="4356" y="1886"/>
                </a:lnTo>
                <a:lnTo>
                  <a:pt x="4250" y="1753"/>
                </a:lnTo>
                <a:lnTo>
                  <a:pt x="4117" y="1647"/>
                </a:lnTo>
                <a:lnTo>
                  <a:pt x="3958" y="1567"/>
                </a:lnTo>
                <a:lnTo>
                  <a:pt x="3772" y="1514"/>
                </a:lnTo>
                <a:lnTo>
                  <a:pt x="3586" y="1487"/>
                </a:lnTo>
                <a:close/>
                <a:moveTo>
                  <a:pt x="3480" y="4462"/>
                </a:moveTo>
                <a:lnTo>
                  <a:pt x="3400" y="4515"/>
                </a:lnTo>
                <a:lnTo>
                  <a:pt x="3374" y="4594"/>
                </a:lnTo>
                <a:lnTo>
                  <a:pt x="3347" y="4674"/>
                </a:lnTo>
                <a:lnTo>
                  <a:pt x="3347" y="4780"/>
                </a:lnTo>
                <a:lnTo>
                  <a:pt x="3374" y="4860"/>
                </a:lnTo>
                <a:lnTo>
                  <a:pt x="3400" y="4940"/>
                </a:lnTo>
                <a:lnTo>
                  <a:pt x="3480" y="4993"/>
                </a:lnTo>
                <a:lnTo>
                  <a:pt x="3666" y="4993"/>
                </a:lnTo>
                <a:lnTo>
                  <a:pt x="3745" y="4940"/>
                </a:lnTo>
                <a:lnTo>
                  <a:pt x="3799" y="4860"/>
                </a:lnTo>
                <a:lnTo>
                  <a:pt x="3799" y="4780"/>
                </a:lnTo>
                <a:lnTo>
                  <a:pt x="3799" y="4674"/>
                </a:lnTo>
                <a:lnTo>
                  <a:pt x="3799" y="4594"/>
                </a:lnTo>
                <a:lnTo>
                  <a:pt x="3745" y="4515"/>
                </a:lnTo>
                <a:lnTo>
                  <a:pt x="3666" y="4462"/>
                </a:lnTo>
                <a:close/>
                <a:moveTo>
                  <a:pt x="11447" y="7383"/>
                </a:moveTo>
                <a:lnTo>
                  <a:pt x="11394" y="7436"/>
                </a:lnTo>
                <a:lnTo>
                  <a:pt x="11341" y="7516"/>
                </a:lnTo>
                <a:lnTo>
                  <a:pt x="11314" y="7595"/>
                </a:lnTo>
                <a:lnTo>
                  <a:pt x="11341" y="7701"/>
                </a:lnTo>
                <a:lnTo>
                  <a:pt x="11394" y="7781"/>
                </a:lnTo>
                <a:lnTo>
                  <a:pt x="11447" y="7808"/>
                </a:lnTo>
                <a:lnTo>
                  <a:pt x="11553" y="7834"/>
                </a:lnTo>
                <a:lnTo>
                  <a:pt x="12297" y="7834"/>
                </a:lnTo>
                <a:lnTo>
                  <a:pt x="12403" y="7808"/>
                </a:lnTo>
                <a:lnTo>
                  <a:pt x="12483" y="7781"/>
                </a:lnTo>
                <a:lnTo>
                  <a:pt x="12509" y="7701"/>
                </a:lnTo>
                <a:lnTo>
                  <a:pt x="12536" y="7595"/>
                </a:lnTo>
                <a:lnTo>
                  <a:pt x="12509" y="7516"/>
                </a:lnTo>
                <a:lnTo>
                  <a:pt x="12483" y="7436"/>
                </a:lnTo>
                <a:lnTo>
                  <a:pt x="12403" y="7383"/>
                </a:lnTo>
                <a:close/>
                <a:moveTo>
                  <a:pt x="8127" y="6931"/>
                </a:moveTo>
                <a:lnTo>
                  <a:pt x="8048" y="6958"/>
                </a:lnTo>
                <a:lnTo>
                  <a:pt x="7968" y="7011"/>
                </a:lnTo>
                <a:lnTo>
                  <a:pt x="7915" y="7091"/>
                </a:lnTo>
                <a:lnTo>
                  <a:pt x="7915" y="7170"/>
                </a:lnTo>
                <a:lnTo>
                  <a:pt x="7915" y="7250"/>
                </a:lnTo>
                <a:lnTo>
                  <a:pt x="7968" y="7330"/>
                </a:lnTo>
                <a:lnTo>
                  <a:pt x="8260" y="7595"/>
                </a:lnTo>
                <a:lnTo>
                  <a:pt x="7968" y="7887"/>
                </a:lnTo>
                <a:lnTo>
                  <a:pt x="7915" y="7967"/>
                </a:lnTo>
                <a:lnTo>
                  <a:pt x="7915" y="8047"/>
                </a:lnTo>
                <a:lnTo>
                  <a:pt x="7915" y="8126"/>
                </a:lnTo>
                <a:lnTo>
                  <a:pt x="7968" y="8206"/>
                </a:lnTo>
                <a:lnTo>
                  <a:pt x="8048" y="8259"/>
                </a:lnTo>
                <a:lnTo>
                  <a:pt x="8127" y="8286"/>
                </a:lnTo>
                <a:lnTo>
                  <a:pt x="8234" y="8259"/>
                </a:lnTo>
                <a:lnTo>
                  <a:pt x="8287" y="8206"/>
                </a:lnTo>
                <a:lnTo>
                  <a:pt x="8579" y="7940"/>
                </a:lnTo>
                <a:lnTo>
                  <a:pt x="8844" y="8206"/>
                </a:lnTo>
                <a:lnTo>
                  <a:pt x="8924" y="8259"/>
                </a:lnTo>
                <a:lnTo>
                  <a:pt x="9004" y="8286"/>
                </a:lnTo>
                <a:lnTo>
                  <a:pt x="9110" y="8259"/>
                </a:lnTo>
                <a:lnTo>
                  <a:pt x="9190" y="8206"/>
                </a:lnTo>
                <a:lnTo>
                  <a:pt x="9216" y="8126"/>
                </a:lnTo>
                <a:lnTo>
                  <a:pt x="9243" y="8047"/>
                </a:lnTo>
                <a:lnTo>
                  <a:pt x="9216" y="7967"/>
                </a:lnTo>
                <a:lnTo>
                  <a:pt x="9190" y="7887"/>
                </a:lnTo>
                <a:lnTo>
                  <a:pt x="8897" y="7595"/>
                </a:lnTo>
                <a:lnTo>
                  <a:pt x="9190" y="7330"/>
                </a:lnTo>
                <a:lnTo>
                  <a:pt x="9216" y="7250"/>
                </a:lnTo>
                <a:lnTo>
                  <a:pt x="9243" y="7170"/>
                </a:lnTo>
                <a:lnTo>
                  <a:pt x="9216" y="7091"/>
                </a:lnTo>
                <a:lnTo>
                  <a:pt x="9190" y="7011"/>
                </a:lnTo>
                <a:lnTo>
                  <a:pt x="9110" y="6958"/>
                </a:lnTo>
                <a:lnTo>
                  <a:pt x="9004" y="6931"/>
                </a:lnTo>
                <a:lnTo>
                  <a:pt x="8924" y="6958"/>
                </a:lnTo>
                <a:lnTo>
                  <a:pt x="8844" y="7011"/>
                </a:lnTo>
                <a:lnTo>
                  <a:pt x="8579" y="7277"/>
                </a:lnTo>
                <a:lnTo>
                  <a:pt x="8287" y="7011"/>
                </a:lnTo>
                <a:lnTo>
                  <a:pt x="8234" y="6958"/>
                </a:lnTo>
                <a:lnTo>
                  <a:pt x="8127" y="6931"/>
                </a:lnTo>
                <a:close/>
                <a:moveTo>
                  <a:pt x="9907" y="6931"/>
                </a:moveTo>
                <a:lnTo>
                  <a:pt x="9827" y="6958"/>
                </a:lnTo>
                <a:lnTo>
                  <a:pt x="9747" y="7011"/>
                </a:lnTo>
                <a:lnTo>
                  <a:pt x="9694" y="7091"/>
                </a:lnTo>
                <a:lnTo>
                  <a:pt x="9694" y="7170"/>
                </a:lnTo>
                <a:lnTo>
                  <a:pt x="9694" y="7250"/>
                </a:lnTo>
                <a:lnTo>
                  <a:pt x="9747" y="7330"/>
                </a:lnTo>
                <a:lnTo>
                  <a:pt x="10039" y="7595"/>
                </a:lnTo>
                <a:lnTo>
                  <a:pt x="9747" y="7887"/>
                </a:lnTo>
                <a:lnTo>
                  <a:pt x="9694" y="7967"/>
                </a:lnTo>
                <a:lnTo>
                  <a:pt x="9694" y="8047"/>
                </a:lnTo>
                <a:lnTo>
                  <a:pt x="9694" y="8126"/>
                </a:lnTo>
                <a:lnTo>
                  <a:pt x="9747" y="8206"/>
                </a:lnTo>
                <a:lnTo>
                  <a:pt x="9827" y="8259"/>
                </a:lnTo>
                <a:lnTo>
                  <a:pt x="9907" y="8286"/>
                </a:lnTo>
                <a:lnTo>
                  <a:pt x="9986" y="8259"/>
                </a:lnTo>
                <a:lnTo>
                  <a:pt x="10066" y="8206"/>
                </a:lnTo>
                <a:lnTo>
                  <a:pt x="10358" y="7940"/>
                </a:lnTo>
                <a:lnTo>
                  <a:pt x="10624" y="8206"/>
                </a:lnTo>
                <a:lnTo>
                  <a:pt x="10703" y="8259"/>
                </a:lnTo>
                <a:lnTo>
                  <a:pt x="10783" y="8286"/>
                </a:lnTo>
                <a:lnTo>
                  <a:pt x="10889" y="8259"/>
                </a:lnTo>
                <a:lnTo>
                  <a:pt x="10969" y="8206"/>
                </a:lnTo>
                <a:lnTo>
                  <a:pt x="10995" y="8126"/>
                </a:lnTo>
                <a:lnTo>
                  <a:pt x="11022" y="8047"/>
                </a:lnTo>
                <a:lnTo>
                  <a:pt x="10995" y="7967"/>
                </a:lnTo>
                <a:lnTo>
                  <a:pt x="10969" y="7887"/>
                </a:lnTo>
                <a:lnTo>
                  <a:pt x="10677" y="7595"/>
                </a:lnTo>
                <a:lnTo>
                  <a:pt x="10969" y="7330"/>
                </a:lnTo>
                <a:lnTo>
                  <a:pt x="10995" y="7250"/>
                </a:lnTo>
                <a:lnTo>
                  <a:pt x="11022" y="7170"/>
                </a:lnTo>
                <a:lnTo>
                  <a:pt x="10995" y="7091"/>
                </a:lnTo>
                <a:lnTo>
                  <a:pt x="10969" y="7011"/>
                </a:lnTo>
                <a:lnTo>
                  <a:pt x="10889" y="6958"/>
                </a:lnTo>
                <a:lnTo>
                  <a:pt x="10783" y="6931"/>
                </a:lnTo>
                <a:lnTo>
                  <a:pt x="10703" y="6958"/>
                </a:lnTo>
                <a:lnTo>
                  <a:pt x="10624" y="7011"/>
                </a:lnTo>
                <a:lnTo>
                  <a:pt x="10358" y="7277"/>
                </a:lnTo>
                <a:lnTo>
                  <a:pt x="10066" y="7011"/>
                </a:lnTo>
                <a:lnTo>
                  <a:pt x="9986" y="6958"/>
                </a:lnTo>
                <a:lnTo>
                  <a:pt x="9907" y="6931"/>
                </a:lnTo>
                <a:close/>
                <a:moveTo>
                  <a:pt x="13067" y="6931"/>
                </a:moveTo>
                <a:lnTo>
                  <a:pt x="12987" y="6958"/>
                </a:lnTo>
                <a:lnTo>
                  <a:pt x="12908" y="7011"/>
                </a:lnTo>
                <a:lnTo>
                  <a:pt x="12854" y="7091"/>
                </a:lnTo>
                <a:lnTo>
                  <a:pt x="12828" y="7170"/>
                </a:lnTo>
                <a:lnTo>
                  <a:pt x="12854" y="7250"/>
                </a:lnTo>
                <a:lnTo>
                  <a:pt x="12908" y="7330"/>
                </a:lnTo>
                <a:lnTo>
                  <a:pt x="13173" y="7595"/>
                </a:lnTo>
                <a:lnTo>
                  <a:pt x="12908" y="7887"/>
                </a:lnTo>
                <a:lnTo>
                  <a:pt x="12854" y="7967"/>
                </a:lnTo>
                <a:lnTo>
                  <a:pt x="12828" y="8047"/>
                </a:lnTo>
                <a:lnTo>
                  <a:pt x="12854" y="8126"/>
                </a:lnTo>
                <a:lnTo>
                  <a:pt x="12908" y="8206"/>
                </a:lnTo>
                <a:lnTo>
                  <a:pt x="12987" y="8259"/>
                </a:lnTo>
                <a:lnTo>
                  <a:pt x="13067" y="8286"/>
                </a:lnTo>
                <a:lnTo>
                  <a:pt x="13147" y="8259"/>
                </a:lnTo>
                <a:lnTo>
                  <a:pt x="13226" y="8206"/>
                </a:lnTo>
                <a:lnTo>
                  <a:pt x="13492" y="7940"/>
                </a:lnTo>
                <a:lnTo>
                  <a:pt x="13784" y="8206"/>
                </a:lnTo>
                <a:lnTo>
                  <a:pt x="13864" y="8259"/>
                </a:lnTo>
                <a:lnTo>
                  <a:pt x="13943" y="8286"/>
                </a:lnTo>
                <a:lnTo>
                  <a:pt x="14023" y="8259"/>
                </a:lnTo>
                <a:lnTo>
                  <a:pt x="14103" y="8206"/>
                </a:lnTo>
                <a:lnTo>
                  <a:pt x="14156" y="8126"/>
                </a:lnTo>
                <a:lnTo>
                  <a:pt x="14182" y="8047"/>
                </a:lnTo>
                <a:lnTo>
                  <a:pt x="14156" y="7967"/>
                </a:lnTo>
                <a:lnTo>
                  <a:pt x="14103" y="7887"/>
                </a:lnTo>
                <a:lnTo>
                  <a:pt x="13837" y="7595"/>
                </a:lnTo>
                <a:lnTo>
                  <a:pt x="14103" y="7330"/>
                </a:lnTo>
                <a:lnTo>
                  <a:pt x="14156" y="7250"/>
                </a:lnTo>
                <a:lnTo>
                  <a:pt x="14182" y="7170"/>
                </a:lnTo>
                <a:lnTo>
                  <a:pt x="14156" y="7091"/>
                </a:lnTo>
                <a:lnTo>
                  <a:pt x="14103" y="7011"/>
                </a:lnTo>
                <a:lnTo>
                  <a:pt x="14023" y="6958"/>
                </a:lnTo>
                <a:lnTo>
                  <a:pt x="13943" y="6931"/>
                </a:lnTo>
                <a:lnTo>
                  <a:pt x="13864" y="6958"/>
                </a:lnTo>
                <a:lnTo>
                  <a:pt x="13784" y="7011"/>
                </a:lnTo>
                <a:lnTo>
                  <a:pt x="13492" y="7277"/>
                </a:lnTo>
                <a:lnTo>
                  <a:pt x="13226" y="7011"/>
                </a:lnTo>
                <a:lnTo>
                  <a:pt x="13147" y="6958"/>
                </a:lnTo>
                <a:lnTo>
                  <a:pt x="13067" y="6931"/>
                </a:lnTo>
                <a:close/>
                <a:moveTo>
                  <a:pt x="5020" y="6161"/>
                </a:moveTo>
                <a:lnTo>
                  <a:pt x="5180" y="6321"/>
                </a:lnTo>
                <a:lnTo>
                  <a:pt x="5286" y="6480"/>
                </a:lnTo>
                <a:lnTo>
                  <a:pt x="5392" y="6666"/>
                </a:lnTo>
                <a:lnTo>
                  <a:pt x="5472" y="6852"/>
                </a:lnTo>
                <a:lnTo>
                  <a:pt x="5525" y="7038"/>
                </a:lnTo>
                <a:lnTo>
                  <a:pt x="5578" y="7223"/>
                </a:lnTo>
                <a:lnTo>
                  <a:pt x="5604" y="7409"/>
                </a:lnTo>
                <a:lnTo>
                  <a:pt x="5631" y="7595"/>
                </a:lnTo>
                <a:lnTo>
                  <a:pt x="5604" y="7808"/>
                </a:lnTo>
                <a:lnTo>
                  <a:pt x="5578" y="7994"/>
                </a:lnTo>
                <a:lnTo>
                  <a:pt x="5525" y="8179"/>
                </a:lnTo>
                <a:lnTo>
                  <a:pt x="5472" y="8365"/>
                </a:lnTo>
                <a:lnTo>
                  <a:pt x="5392" y="8551"/>
                </a:lnTo>
                <a:lnTo>
                  <a:pt x="5286" y="8737"/>
                </a:lnTo>
                <a:lnTo>
                  <a:pt x="5153" y="8897"/>
                </a:lnTo>
                <a:lnTo>
                  <a:pt x="5020" y="9056"/>
                </a:lnTo>
                <a:lnTo>
                  <a:pt x="4861" y="9189"/>
                </a:lnTo>
                <a:lnTo>
                  <a:pt x="4701" y="9321"/>
                </a:lnTo>
                <a:lnTo>
                  <a:pt x="4516" y="9428"/>
                </a:lnTo>
                <a:lnTo>
                  <a:pt x="4356" y="9507"/>
                </a:lnTo>
                <a:lnTo>
                  <a:pt x="4170" y="9560"/>
                </a:lnTo>
                <a:lnTo>
                  <a:pt x="3958" y="9614"/>
                </a:lnTo>
                <a:lnTo>
                  <a:pt x="3772" y="9640"/>
                </a:lnTo>
                <a:lnTo>
                  <a:pt x="3374" y="9640"/>
                </a:lnTo>
                <a:lnTo>
                  <a:pt x="3188" y="9614"/>
                </a:lnTo>
                <a:lnTo>
                  <a:pt x="3002" y="9560"/>
                </a:lnTo>
                <a:lnTo>
                  <a:pt x="2816" y="9507"/>
                </a:lnTo>
                <a:lnTo>
                  <a:pt x="2630" y="9428"/>
                </a:lnTo>
                <a:lnTo>
                  <a:pt x="2444" y="9321"/>
                </a:lnTo>
                <a:lnTo>
                  <a:pt x="2285" y="9189"/>
                </a:lnTo>
                <a:lnTo>
                  <a:pt x="2125" y="9056"/>
                </a:lnTo>
                <a:lnTo>
                  <a:pt x="1993" y="8897"/>
                </a:lnTo>
                <a:lnTo>
                  <a:pt x="1860" y="8737"/>
                </a:lnTo>
                <a:lnTo>
                  <a:pt x="1754" y="8551"/>
                </a:lnTo>
                <a:lnTo>
                  <a:pt x="1674" y="8365"/>
                </a:lnTo>
                <a:lnTo>
                  <a:pt x="1621" y="8179"/>
                </a:lnTo>
                <a:lnTo>
                  <a:pt x="1568" y="7994"/>
                </a:lnTo>
                <a:lnTo>
                  <a:pt x="1541" y="7808"/>
                </a:lnTo>
                <a:lnTo>
                  <a:pt x="1541" y="7595"/>
                </a:lnTo>
                <a:lnTo>
                  <a:pt x="1541" y="7409"/>
                </a:lnTo>
                <a:lnTo>
                  <a:pt x="1568" y="7223"/>
                </a:lnTo>
                <a:lnTo>
                  <a:pt x="1621" y="7038"/>
                </a:lnTo>
                <a:lnTo>
                  <a:pt x="1674" y="6852"/>
                </a:lnTo>
                <a:lnTo>
                  <a:pt x="1754" y="6666"/>
                </a:lnTo>
                <a:lnTo>
                  <a:pt x="1860" y="6480"/>
                </a:lnTo>
                <a:lnTo>
                  <a:pt x="1993" y="6321"/>
                </a:lnTo>
                <a:lnTo>
                  <a:pt x="2125" y="6161"/>
                </a:lnTo>
                <a:lnTo>
                  <a:pt x="2736" y="6958"/>
                </a:lnTo>
                <a:lnTo>
                  <a:pt x="3400" y="7755"/>
                </a:lnTo>
                <a:lnTo>
                  <a:pt x="3480" y="7808"/>
                </a:lnTo>
                <a:lnTo>
                  <a:pt x="3586" y="7834"/>
                </a:lnTo>
                <a:lnTo>
                  <a:pt x="3666" y="7808"/>
                </a:lnTo>
                <a:lnTo>
                  <a:pt x="3745" y="7755"/>
                </a:lnTo>
                <a:lnTo>
                  <a:pt x="4409" y="6984"/>
                </a:lnTo>
                <a:lnTo>
                  <a:pt x="5020" y="6161"/>
                </a:lnTo>
                <a:close/>
                <a:moveTo>
                  <a:pt x="5631" y="5285"/>
                </a:moveTo>
                <a:lnTo>
                  <a:pt x="5870" y="5524"/>
                </a:lnTo>
                <a:lnTo>
                  <a:pt x="6082" y="5763"/>
                </a:lnTo>
                <a:lnTo>
                  <a:pt x="6268" y="6028"/>
                </a:lnTo>
                <a:lnTo>
                  <a:pt x="6401" y="6321"/>
                </a:lnTo>
                <a:lnTo>
                  <a:pt x="6534" y="6639"/>
                </a:lnTo>
                <a:lnTo>
                  <a:pt x="6614" y="6958"/>
                </a:lnTo>
                <a:lnTo>
                  <a:pt x="6667" y="7277"/>
                </a:lnTo>
                <a:lnTo>
                  <a:pt x="6693" y="7595"/>
                </a:lnTo>
                <a:lnTo>
                  <a:pt x="6667" y="7914"/>
                </a:lnTo>
                <a:lnTo>
                  <a:pt x="6640" y="8206"/>
                </a:lnTo>
                <a:lnTo>
                  <a:pt x="6560" y="8498"/>
                </a:lnTo>
                <a:lnTo>
                  <a:pt x="6454" y="8764"/>
                </a:lnTo>
                <a:lnTo>
                  <a:pt x="6321" y="9056"/>
                </a:lnTo>
                <a:lnTo>
                  <a:pt x="6162" y="9321"/>
                </a:lnTo>
                <a:lnTo>
                  <a:pt x="5976" y="9560"/>
                </a:lnTo>
                <a:lnTo>
                  <a:pt x="5764" y="9799"/>
                </a:lnTo>
                <a:lnTo>
                  <a:pt x="5551" y="10012"/>
                </a:lnTo>
                <a:lnTo>
                  <a:pt x="5286" y="10198"/>
                </a:lnTo>
                <a:lnTo>
                  <a:pt x="5020" y="10357"/>
                </a:lnTo>
                <a:lnTo>
                  <a:pt x="4755" y="10490"/>
                </a:lnTo>
                <a:lnTo>
                  <a:pt x="4462" y="10596"/>
                </a:lnTo>
                <a:lnTo>
                  <a:pt x="4170" y="10649"/>
                </a:lnTo>
                <a:lnTo>
                  <a:pt x="3878" y="10702"/>
                </a:lnTo>
                <a:lnTo>
                  <a:pt x="3586" y="10729"/>
                </a:lnTo>
                <a:lnTo>
                  <a:pt x="3267" y="10702"/>
                </a:lnTo>
                <a:lnTo>
                  <a:pt x="2975" y="10649"/>
                </a:lnTo>
                <a:lnTo>
                  <a:pt x="2683" y="10596"/>
                </a:lnTo>
                <a:lnTo>
                  <a:pt x="2418" y="10490"/>
                </a:lnTo>
                <a:lnTo>
                  <a:pt x="2125" y="10357"/>
                </a:lnTo>
                <a:lnTo>
                  <a:pt x="1860" y="10198"/>
                </a:lnTo>
                <a:lnTo>
                  <a:pt x="1621" y="10012"/>
                </a:lnTo>
                <a:lnTo>
                  <a:pt x="1382" y="9799"/>
                </a:lnTo>
                <a:lnTo>
                  <a:pt x="1169" y="9560"/>
                </a:lnTo>
                <a:lnTo>
                  <a:pt x="984" y="9321"/>
                </a:lnTo>
                <a:lnTo>
                  <a:pt x="824" y="9056"/>
                </a:lnTo>
                <a:lnTo>
                  <a:pt x="691" y="8764"/>
                </a:lnTo>
                <a:lnTo>
                  <a:pt x="585" y="8498"/>
                </a:lnTo>
                <a:lnTo>
                  <a:pt x="532" y="8206"/>
                </a:lnTo>
                <a:lnTo>
                  <a:pt x="479" y="7914"/>
                </a:lnTo>
                <a:lnTo>
                  <a:pt x="479" y="7595"/>
                </a:lnTo>
                <a:lnTo>
                  <a:pt x="479" y="7277"/>
                </a:lnTo>
                <a:lnTo>
                  <a:pt x="532" y="6958"/>
                </a:lnTo>
                <a:lnTo>
                  <a:pt x="612" y="6639"/>
                </a:lnTo>
                <a:lnTo>
                  <a:pt x="745" y="6321"/>
                </a:lnTo>
                <a:lnTo>
                  <a:pt x="877" y="6028"/>
                </a:lnTo>
                <a:lnTo>
                  <a:pt x="1063" y="5763"/>
                </a:lnTo>
                <a:lnTo>
                  <a:pt x="1276" y="5524"/>
                </a:lnTo>
                <a:lnTo>
                  <a:pt x="1515" y="5285"/>
                </a:lnTo>
                <a:lnTo>
                  <a:pt x="1860" y="5789"/>
                </a:lnTo>
                <a:lnTo>
                  <a:pt x="1674" y="5975"/>
                </a:lnTo>
                <a:lnTo>
                  <a:pt x="1515" y="6161"/>
                </a:lnTo>
                <a:lnTo>
                  <a:pt x="1382" y="6400"/>
                </a:lnTo>
                <a:lnTo>
                  <a:pt x="1276" y="6613"/>
                </a:lnTo>
                <a:lnTo>
                  <a:pt x="1196" y="6852"/>
                </a:lnTo>
                <a:lnTo>
                  <a:pt x="1116" y="7091"/>
                </a:lnTo>
                <a:lnTo>
                  <a:pt x="1090" y="7356"/>
                </a:lnTo>
                <a:lnTo>
                  <a:pt x="1063" y="7595"/>
                </a:lnTo>
                <a:lnTo>
                  <a:pt x="1090" y="7834"/>
                </a:lnTo>
                <a:lnTo>
                  <a:pt x="1116" y="8073"/>
                </a:lnTo>
                <a:lnTo>
                  <a:pt x="1169" y="8312"/>
                </a:lnTo>
                <a:lnTo>
                  <a:pt x="1249" y="8551"/>
                </a:lnTo>
                <a:lnTo>
                  <a:pt x="1355" y="8764"/>
                </a:lnTo>
                <a:lnTo>
                  <a:pt x="1488" y="8976"/>
                </a:lnTo>
                <a:lnTo>
                  <a:pt x="1621" y="9189"/>
                </a:lnTo>
                <a:lnTo>
                  <a:pt x="1807" y="9375"/>
                </a:lnTo>
                <a:lnTo>
                  <a:pt x="1993" y="9560"/>
                </a:lnTo>
                <a:lnTo>
                  <a:pt x="2205" y="9693"/>
                </a:lnTo>
                <a:lnTo>
                  <a:pt x="2418" y="9826"/>
                </a:lnTo>
                <a:lnTo>
                  <a:pt x="2630" y="9932"/>
                </a:lnTo>
                <a:lnTo>
                  <a:pt x="2869" y="10012"/>
                </a:lnTo>
                <a:lnTo>
                  <a:pt x="3108" y="10065"/>
                </a:lnTo>
                <a:lnTo>
                  <a:pt x="3347" y="10092"/>
                </a:lnTo>
                <a:lnTo>
                  <a:pt x="3586" y="10118"/>
                </a:lnTo>
                <a:lnTo>
                  <a:pt x="3825" y="10092"/>
                </a:lnTo>
                <a:lnTo>
                  <a:pt x="4064" y="10065"/>
                </a:lnTo>
                <a:lnTo>
                  <a:pt x="4277" y="10012"/>
                </a:lnTo>
                <a:lnTo>
                  <a:pt x="4516" y="9932"/>
                </a:lnTo>
                <a:lnTo>
                  <a:pt x="4728" y="9826"/>
                </a:lnTo>
                <a:lnTo>
                  <a:pt x="4967" y="9693"/>
                </a:lnTo>
                <a:lnTo>
                  <a:pt x="5153" y="9560"/>
                </a:lnTo>
                <a:lnTo>
                  <a:pt x="5339" y="9375"/>
                </a:lnTo>
                <a:lnTo>
                  <a:pt x="5525" y="9189"/>
                </a:lnTo>
                <a:lnTo>
                  <a:pt x="5658" y="8976"/>
                </a:lnTo>
                <a:lnTo>
                  <a:pt x="5790" y="8764"/>
                </a:lnTo>
                <a:lnTo>
                  <a:pt x="5897" y="8551"/>
                </a:lnTo>
                <a:lnTo>
                  <a:pt x="5976" y="8312"/>
                </a:lnTo>
                <a:lnTo>
                  <a:pt x="6029" y="8073"/>
                </a:lnTo>
                <a:lnTo>
                  <a:pt x="6056" y="7834"/>
                </a:lnTo>
                <a:lnTo>
                  <a:pt x="6082" y="7595"/>
                </a:lnTo>
                <a:lnTo>
                  <a:pt x="6056" y="7356"/>
                </a:lnTo>
                <a:lnTo>
                  <a:pt x="6029" y="7091"/>
                </a:lnTo>
                <a:lnTo>
                  <a:pt x="5976" y="6852"/>
                </a:lnTo>
                <a:lnTo>
                  <a:pt x="5870" y="6613"/>
                </a:lnTo>
                <a:lnTo>
                  <a:pt x="5764" y="6400"/>
                </a:lnTo>
                <a:lnTo>
                  <a:pt x="5631" y="6188"/>
                </a:lnTo>
                <a:lnTo>
                  <a:pt x="5472" y="5975"/>
                </a:lnTo>
                <a:lnTo>
                  <a:pt x="5312" y="5789"/>
                </a:lnTo>
                <a:lnTo>
                  <a:pt x="5631" y="5285"/>
                </a:lnTo>
                <a:close/>
                <a:moveTo>
                  <a:pt x="3267" y="0"/>
                </a:moveTo>
                <a:lnTo>
                  <a:pt x="2975" y="53"/>
                </a:lnTo>
                <a:lnTo>
                  <a:pt x="2710" y="133"/>
                </a:lnTo>
                <a:lnTo>
                  <a:pt x="2418" y="239"/>
                </a:lnTo>
                <a:lnTo>
                  <a:pt x="2179" y="345"/>
                </a:lnTo>
                <a:lnTo>
                  <a:pt x="1940" y="505"/>
                </a:lnTo>
                <a:lnTo>
                  <a:pt x="1701" y="664"/>
                </a:lnTo>
                <a:lnTo>
                  <a:pt x="1488" y="850"/>
                </a:lnTo>
                <a:lnTo>
                  <a:pt x="1302" y="1062"/>
                </a:lnTo>
                <a:lnTo>
                  <a:pt x="1143" y="1301"/>
                </a:lnTo>
                <a:lnTo>
                  <a:pt x="984" y="1540"/>
                </a:lnTo>
                <a:lnTo>
                  <a:pt x="851" y="1806"/>
                </a:lnTo>
                <a:lnTo>
                  <a:pt x="771" y="2071"/>
                </a:lnTo>
                <a:lnTo>
                  <a:pt x="691" y="2337"/>
                </a:lnTo>
                <a:lnTo>
                  <a:pt x="638" y="2656"/>
                </a:lnTo>
                <a:lnTo>
                  <a:pt x="638" y="2948"/>
                </a:lnTo>
                <a:lnTo>
                  <a:pt x="638" y="3160"/>
                </a:lnTo>
                <a:lnTo>
                  <a:pt x="665" y="3399"/>
                </a:lnTo>
                <a:lnTo>
                  <a:pt x="718" y="3638"/>
                </a:lnTo>
                <a:lnTo>
                  <a:pt x="798" y="3877"/>
                </a:lnTo>
                <a:lnTo>
                  <a:pt x="1010" y="4382"/>
                </a:lnTo>
                <a:lnTo>
                  <a:pt x="1276" y="4886"/>
                </a:lnTo>
                <a:lnTo>
                  <a:pt x="1063" y="5072"/>
                </a:lnTo>
                <a:lnTo>
                  <a:pt x="798" y="5364"/>
                </a:lnTo>
                <a:lnTo>
                  <a:pt x="585" y="5630"/>
                </a:lnTo>
                <a:lnTo>
                  <a:pt x="426" y="5949"/>
                </a:lnTo>
                <a:lnTo>
                  <a:pt x="267" y="6267"/>
                </a:lnTo>
                <a:lnTo>
                  <a:pt x="160" y="6586"/>
                </a:lnTo>
                <a:lnTo>
                  <a:pt x="81" y="6931"/>
                </a:lnTo>
                <a:lnTo>
                  <a:pt x="28" y="7277"/>
                </a:lnTo>
                <a:lnTo>
                  <a:pt x="1" y="7595"/>
                </a:lnTo>
                <a:lnTo>
                  <a:pt x="28" y="7940"/>
                </a:lnTo>
                <a:lnTo>
                  <a:pt x="81" y="8286"/>
                </a:lnTo>
                <a:lnTo>
                  <a:pt x="160" y="8631"/>
                </a:lnTo>
                <a:lnTo>
                  <a:pt x="267" y="8950"/>
                </a:lnTo>
                <a:lnTo>
                  <a:pt x="426" y="9268"/>
                </a:lnTo>
                <a:lnTo>
                  <a:pt x="585" y="9560"/>
                </a:lnTo>
                <a:lnTo>
                  <a:pt x="798" y="9853"/>
                </a:lnTo>
                <a:lnTo>
                  <a:pt x="1063" y="10118"/>
                </a:lnTo>
                <a:lnTo>
                  <a:pt x="1329" y="10384"/>
                </a:lnTo>
                <a:lnTo>
                  <a:pt x="1621" y="10596"/>
                </a:lnTo>
                <a:lnTo>
                  <a:pt x="1913" y="10755"/>
                </a:lnTo>
                <a:lnTo>
                  <a:pt x="2232" y="10915"/>
                </a:lnTo>
                <a:lnTo>
                  <a:pt x="2550" y="11021"/>
                </a:lnTo>
                <a:lnTo>
                  <a:pt x="2896" y="11101"/>
                </a:lnTo>
                <a:lnTo>
                  <a:pt x="3241" y="11154"/>
                </a:lnTo>
                <a:lnTo>
                  <a:pt x="3586" y="11180"/>
                </a:lnTo>
                <a:lnTo>
                  <a:pt x="3878" y="11154"/>
                </a:lnTo>
                <a:lnTo>
                  <a:pt x="4197" y="11127"/>
                </a:lnTo>
                <a:lnTo>
                  <a:pt x="4516" y="11048"/>
                </a:lnTo>
                <a:lnTo>
                  <a:pt x="4808" y="10941"/>
                </a:lnTo>
                <a:lnTo>
                  <a:pt x="5100" y="10835"/>
                </a:lnTo>
                <a:lnTo>
                  <a:pt x="5392" y="10676"/>
                </a:lnTo>
                <a:lnTo>
                  <a:pt x="5684" y="10490"/>
                </a:lnTo>
                <a:lnTo>
                  <a:pt x="5923" y="10277"/>
                </a:lnTo>
                <a:lnTo>
                  <a:pt x="6534" y="10888"/>
                </a:lnTo>
                <a:lnTo>
                  <a:pt x="6428" y="11048"/>
                </a:lnTo>
                <a:lnTo>
                  <a:pt x="6375" y="11234"/>
                </a:lnTo>
                <a:lnTo>
                  <a:pt x="6348" y="11446"/>
                </a:lnTo>
                <a:lnTo>
                  <a:pt x="6348" y="11632"/>
                </a:lnTo>
                <a:lnTo>
                  <a:pt x="6375" y="11818"/>
                </a:lnTo>
                <a:lnTo>
                  <a:pt x="6454" y="12004"/>
                </a:lnTo>
                <a:lnTo>
                  <a:pt x="6534" y="12163"/>
                </a:lnTo>
                <a:lnTo>
                  <a:pt x="6667" y="12322"/>
                </a:lnTo>
                <a:lnTo>
                  <a:pt x="7357" y="13013"/>
                </a:lnTo>
                <a:lnTo>
                  <a:pt x="7437" y="13066"/>
                </a:lnTo>
                <a:lnTo>
                  <a:pt x="7623" y="13066"/>
                </a:lnTo>
                <a:lnTo>
                  <a:pt x="7702" y="13013"/>
                </a:lnTo>
                <a:lnTo>
                  <a:pt x="7756" y="12933"/>
                </a:lnTo>
                <a:lnTo>
                  <a:pt x="7756" y="12853"/>
                </a:lnTo>
                <a:lnTo>
                  <a:pt x="7756" y="12774"/>
                </a:lnTo>
                <a:lnTo>
                  <a:pt x="7702" y="12694"/>
                </a:lnTo>
                <a:lnTo>
                  <a:pt x="7012" y="12004"/>
                </a:lnTo>
                <a:lnTo>
                  <a:pt x="6906" y="11897"/>
                </a:lnTo>
                <a:lnTo>
                  <a:pt x="6853" y="11765"/>
                </a:lnTo>
                <a:lnTo>
                  <a:pt x="6826" y="11632"/>
                </a:lnTo>
                <a:lnTo>
                  <a:pt x="6799" y="11499"/>
                </a:lnTo>
                <a:lnTo>
                  <a:pt x="6826" y="11393"/>
                </a:lnTo>
                <a:lnTo>
                  <a:pt x="6853" y="11260"/>
                </a:lnTo>
                <a:lnTo>
                  <a:pt x="6906" y="11127"/>
                </a:lnTo>
                <a:lnTo>
                  <a:pt x="7012" y="11021"/>
                </a:lnTo>
                <a:lnTo>
                  <a:pt x="7118" y="10941"/>
                </a:lnTo>
                <a:lnTo>
                  <a:pt x="7224" y="10888"/>
                </a:lnTo>
                <a:lnTo>
                  <a:pt x="7357" y="10835"/>
                </a:lnTo>
                <a:lnTo>
                  <a:pt x="7623" y="10835"/>
                </a:lnTo>
                <a:lnTo>
                  <a:pt x="7729" y="10888"/>
                </a:lnTo>
                <a:lnTo>
                  <a:pt x="7862" y="10941"/>
                </a:lnTo>
                <a:lnTo>
                  <a:pt x="7968" y="11021"/>
                </a:lnTo>
                <a:lnTo>
                  <a:pt x="10092" y="13146"/>
                </a:lnTo>
                <a:lnTo>
                  <a:pt x="10172" y="13252"/>
                </a:lnTo>
                <a:lnTo>
                  <a:pt x="10225" y="13385"/>
                </a:lnTo>
                <a:lnTo>
                  <a:pt x="10278" y="13517"/>
                </a:lnTo>
                <a:lnTo>
                  <a:pt x="10278" y="13650"/>
                </a:lnTo>
                <a:lnTo>
                  <a:pt x="10278" y="13756"/>
                </a:lnTo>
                <a:lnTo>
                  <a:pt x="10225" y="13889"/>
                </a:lnTo>
                <a:lnTo>
                  <a:pt x="10172" y="14022"/>
                </a:lnTo>
                <a:lnTo>
                  <a:pt x="10092" y="14128"/>
                </a:lnTo>
                <a:lnTo>
                  <a:pt x="9986" y="14208"/>
                </a:lnTo>
                <a:lnTo>
                  <a:pt x="9853" y="14261"/>
                </a:lnTo>
                <a:lnTo>
                  <a:pt x="9747" y="14314"/>
                </a:lnTo>
                <a:lnTo>
                  <a:pt x="9482" y="14314"/>
                </a:lnTo>
                <a:lnTo>
                  <a:pt x="9349" y="14261"/>
                </a:lnTo>
                <a:lnTo>
                  <a:pt x="9243" y="14208"/>
                </a:lnTo>
                <a:lnTo>
                  <a:pt x="9136" y="14128"/>
                </a:lnTo>
                <a:lnTo>
                  <a:pt x="8419" y="13411"/>
                </a:lnTo>
                <a:lnTo>
                  <a:pt x="8366" y="13385"/>
                </a:lnTo>
                <a:lnTo>
                  <a:pt x="8260" y="13358"/>
                </a:lnTo>
                <a:lnTo>
                  <a:pt x="8180" y="13385"/>
                </a:lnTo>
                <a:lnTo>
                  <a:pt x="8101" y="13411"/>
                </a:lnTo>
                <a:lnTo>
                  <a:pt x="8048" y="13491"/>
                </a:lnTo>
                <a:lnTo>
                  <a:pt x="8048" y="13597"/>
                </a:lnTo>
                <a:lnTo>
                  <a:pt x="8048" y="13677"/>
                </a:lnTo>
                <a:lnTo>
                  <a:pt x="8101" y="13756"/>
                </a:lnTo>
                <a:lnTo>
                  <a:pt x="8791" y="14447"/>
                </a:lnTo>
                <a:lnTo>
                  <a:pt x="8977" y="14580"/>
                </a:lnTo>
                <a:lnTo>
                  <a:pt x="9190" y="14686"/>
                </a:lnTo>
                <a:lnTo>
                  <a:pt x="9375" y="14766"/>
                </a:lnTo>
                <a:lnTo>
                  <a:pt x="9827" y="14766"/>
                </a:lnTo>
                <a:lnTo>
                  <a:pt x="10039" y="14686"/>
                </a:lnTo>
                <a:lnTo>
                  <a:pt x="10225" y="14580"/>
                </a:lnTo>
                <a:lnTo>
                  <a:pt x="10411" y="14447"/>
                </a:lnTo>
                <a:lnTo>
                  <a:pt x="10544" y="14261"/>
                </a:lnTo>
                <a:lnTo>
                  <a:pt x="10650" y="14075"/>
                </a:lnTo>
                <a:lnTo>
                  <a:pt x="10730" y="13863"/>
                </a:lnTo>
                <a:lnTo>
                  <a:pt x="10756" y="13650"/>
                </a:lnTo>
                <a:lnTo>
                  <a:pt x="10730" y="13411"/>
                </a:lnTo>
                <a:lnTo>
                  <a:pt x="10650" y="13199"/>
                </a:lnTo>
                <a:lnTo>
                  <a:pt x="10544" y="13013"/>
                </a:lnTo>
                <a:lnTo>
                  <a:pt x="10411" y="12827"/>
                </a:lnTo>
                <a:lnTo>
                  <a:pt x="8287" y="10702"/>
                </a:lnTo>
                <a:lnTo>
                  <a:pt x="8127" y="10570"/>
                </a:lnTo>
                <a:lnTo>
                  <a:pt x="7968" y="10490"/>
                </a:lnTo>
                <a:lnTo>
                  <a:pt x="7782" y="10410"/>
                </a:lnTo>
                <a:lnTo>
                  <a:pt x="7596" y="10384"/>
                </a:lnTo>
                <a:lnTo>
                  <a:pt x="7410" y="10384"/>
                </a:lnTo>
                <a:lnTo>
                  <a:pt x="7224" y="10410"/>
                </a:lnTo>
                <a:lnTo>
                  <a:pt x="7038" y="10463"/>
                </a:lnTo>
                <a:lnTo>
                  <a:pt x="6853" y="10570"/>
                </a:lnTo>
                <a:lnTo>
                  <a:pt x="6268" y="9959"/>
                </a:lnTo>
                <a:lnTo>
                  <a:pt x="6454" y="9720"/>
                </a:lnTo>
                <a:lnTo>
                  <a:pt x="6614" y="9481"/>
                </a:lnTo>
                <a:lnTo>
                  <a:pt x="10438" y="9481"/>
                </a:lnTo>
                <a:lnTo>
                  <a:pt x="10544" y="9454"/>
                </a:lnTo>
                <a:lnTo>
                  <a:pt x="10597" y="9428"/>
                </a:lnTo>
                <a:lnTo>
                  <a:pt x="10650" y="9348"/>
                </a:lnTo>
                <a:lnTo>
                  <a:pt x="10677" y="9242"/>
                </a:lnTo>
                <a:lnTo>
                  <a:pt x="10650" y="9162"/>
                </a:lnTo>
                <a:lnTo>
                  <a:pt x="10597" y="9082"/>
                </a:lnTo>
                <a:lnTo>
                  <a:pt x="10544" y="9029"/>
                </a:lnTo>
                <a:lnTo>
                  <a:pt x="6853" y="9029"/>
                </a:lnTo>
                <a:lnTo>
                  <a:pt x="6985" y="8684"/>
                </a:lnTo>
                <a:lnTo>
                  <a:pt x="7065" y="8339"/>
                </a:lnTo>
                <a:lnTo>
                  <a:pt x="7118" y="7967"/>
                </a:lnTo>
                <a:lnTo>
                  <a:pt x="7145" y="7595"/>
                </a:lnTo>
                <a:lnTo>
                  <a:pt x="7118" y="7250"/>
                </a:lnTo>
                <a:lnTo>
                  <a:pt x="7065" y="6878"/>
                </a:lnTo>
                <a:lnTo>
                  <a:pt x="6985" y="6533"/>
                </a:lnTo>
                <a:lnTo>
                  <a:pt x="6853" y="6188"/>
                </a:lnTo>
                <a:lnTo>
                  <a:pt x="15218" y="6188"/>
                </a:lnTo>
                <a:lnTo>
                  <a:pt x="15218" y="9029"/>
                </a:lnTo>
                <a:lnTo>
                  <a:pt x="11394" y="9029"/>
                </a:lnTo>
                <a:lnTo>
                  <a:pt x="11314" y="9082"/>
                </a:lnTo>
                <a:lnTo>
                  <a:pt x="11261" y="9162"/>
                </a:lnTo>
                <a:lnTo>
                  <a:pt x="11261" y="9242"/>
                </a:lnTo>
                <a:lnTo>
                  <a:pt x="11261" y="9348"/>
                </a:lnTo>
                <a:lnTo>
                  <a:pt x="11314" y="9428"/>
                </a:lnTo>
                <a:lnTo>
                  <a:pt x="11394" y="9454"/>
                </a:lnTo>
                <a:lnTo>
                  <a:pt x="11473" y="9481"/>
                </a:lnTo>
                <a:lnTo>
                  <a:pt x="15457" y="9481"/>
                </a:lnTo>
                <a:lnTo>
                  <a:pt x="15537" y="9454"/>
                </a:lnTo>
                <a:lnTo>
                  <a:pt x="15616" y="9428"/>
                </a:lnTo>
                <a:lnTo>
                  <a:pt x="15669" y="9348"/>
                </a:lnTo>
                <a:lnTo>
                  <a:pt x="15669" y="9242"/>
                </a:lnTo>
                <a:lnTo>
                  <a:pt x="15669" y="5949"/>
                </a:lnTo>
                <a:lnTo>
                  <a:pt x="15669" y="5869"/>
                </a:lnTo>
                <a:lnTo>
                  <a:pt x="15616" y="5789"/>
                </a:lnTo>
                <a:lnTo>
                  <a:pt x="15537" y="5736"/>
                </a:lnTo>
                <a:lnTo>
                  <a:pt x="6614" y="5736"/>
                </a:lnTo>
                <a:lnTo>
                  <a:pt x="6375" y="5391"/>
                </a:lnTo>
                <a:lnTo>
                  <a:pt x="6109" y="5072"/>
                </a:lnTo>
                <a:lnTo>
                  <a:pt x="5870" y="4886"/>
                </a:lnTo>
                <a:lnTo>
                  <a:pt x="6056" y="4541"/>
                </a:lnTo>
                <a:lnTo>
                  <a:pt x="6215" y="4196"/>
                </a:lnTo>
                <a:lnTo>
                  <a:pt x="6348" y="3851"/>
                </a:lnTo>
                <a:lnTo>
                  <a:pt x="6454" y="3506"/>
                </a:lnTo>
                <a:lnTo>
                  <a:pt x="6454" y="3426"/>
                </a:lnTo>
                <a:lnTo>
                  <a:pt x="6428" y="3346"/>
                </a:lnTo>
                <a:lnTo>
                  <a:pt x="6375" y="3267"/>
                </a:lnTo>
                <a:lnTo>
                  <a:pt x="6295" y="3240"/>
                </a:lnTo>
                <a:lnTo>
                  <a:pt x="6189" y="3240"/>
                </a:lnTo>
                <a:lnTo>
                  <a:pt x="6109" y="3267"/>
                </a:lnTo>
                <a:lnTo>
                  <a:pt x="6056" y="3320"/>
                </a:lnTo>
                <a:lnTo>
                  <a:pt x="6003" y="3399"/>
                </a:lnTo>
                <a:lnTo>
                  <a:pt x="5950" y="3638"/>
                </a:lnTo>
                <a:lnTo>
                  <a:pt x="5843" y="3904"/>
                </a:lnTo>
                <a:lnTo>
                  <a:pt x="5631" y="4408"/>
                </a:lnTo>
                <a:lnTo>
                  <a:pt x="5339" y="4913"/>
                </a:lnTo>
                <a:lnTo>
                  <a:pt x="4994" y="5418"/>
                </a:lnTo>
                <a:lnTo>
                  <a:pt x="4648" y="5922"/>
                </a:lnTo>
                <a:lnTo>
                  <a:pt x="4277" y="6400"/>
                </a:lnTo>
                <a:lnTo>
                  <a:pt x="3586" y="7250"/>
                </a:lnTo>
                <a:lnTo>
                  <a:pt x="2816" y="6321"/>
                </a:lnTo>
                <a:lnTo>
                  <a:pt x="2418" y="5789"/>
                </a:lnTo>
                <a:lnTo>
                  <a:pt x="1993" y="5205"/>
                </a:lnTo>
                <a:lnTo>
                  <a:pt x="1647" y="4621"/>
                </a:lnTo>
                <a:lnTo>
                  <a:pt x="1488" y="4302"/>
                </a:lnTo>
                <a:lnTo>
                  <a:pt x="1355" y="4010"/>
                </a:lnTo>
                <a:lnTo>
                  <a:pt x="1249" y="3745"/>
                </a:lnTo>
                <a:lnTo>
                  <a:pt x="1143" y="3452"/>
                </a:lnTo>
                <a:lnTo>
                  <a:pt x="1116" y="3187"/>
                </a:lnTo>
                <a:lnTo>
                  <a:pt x="1090" y="2948"/>
                </a:lnTo>
                <a:lnTo>
                  <a:pt x="1090" y="2682"/>
                </a:lnTo>
                <a:lnTo>
                  <a:pt x="1143" y="2443"/>
                </a:lnTo>
                <a:lnTo>
                  <a:pt x="1196" y="2204"/>
                </a:lnTo>
                <a:lnTo>
                  <a:pt x="1276" y="1965"/>
                </a:lnTo>
                <a:lnTo>
                  <a:pt x="1382" y="1753"/>
                </a:lnTo>
                <a:lnTo>
                  <a:pt x="1515" y="1540"/>
                </a:lnTo>
                <a:lnTo>
                  <a:pt x="1647" y="1354"/>
                </a:lnTo>
                <a:lnTo>
                  <a:pt x="1807" y="1195"/>
                </a:lnTo>
                <a:lnTo>
                  <a:pt x="1993" y="1036"/>
                </a:lnTo>
                <a:lnTo>
                  <a:pt x="2179" y="876"/>
                </a:lnTo>
                <a:lnTo>
                  <a:pt x="2391" y="744"/>
                </a:lnTo>
                <a:lnTo>
                  <a:pt x="2604" y="637"/>
                </a:lnTo>
                <a:lnTo>
                  <a:pt x="2843" y="558"/>
                </a:lnTo>
                <a:lnTo>
                  <a:pt x="3082" y="505"/>
                </a:lnTo>
                <a:lnTo>
                  <a:pt x="3321" y="478"/>
                </a:lnTo>
                <a:lnTo>
                  <a:pt x="3586" y="452"/>
                </a:lnTo>
                <a:lnTo>
                  <a:pt x="3799" y="452"/>
                </a:lnTo>
                <a:lnTo>
                  <a:pt x="4011" y="505"/>
                </a:lnTo>
                <a:lnTo>
                  <a:pt x="4223" y="531"/>
                </a:lnTo>
                <a:lnTo>
                  <a:pt x="4436" y="611"/>
                </a:lnTo>
                <a:lnTo>
                  <a:pt x="4622" y="691"/>
                </a:lnTo>
                <a:lnTo>
                  <a:pt x="4808" y="797"/>
                </a:lnTo>
                <a:lnTo>
                  <a:pt x="4994" y="903"/>
                </a:lnTo>
                <a:lnTo>
                  <a:pt x="5153" y="1009"/>
                </a:lnTo>
                <a:lnTo>
                  <a:pt x="5312" y="1169"/>
                </a:lnTo>
                <a:lnTo>
                  <a:pt x="5472" y="1328"/>
                </a:lnTo>
                <a:lnTo>
                  <a:pt x="5604" y="1487"/>
                </a:lnTo>
                <a:lnTo>
                  <a:pt x="5711" y="1673"/>
                </a:lnTo>
                <a:lnTo>
                  <a:pt x="5817" y="1859"/>
                </a:lnTo>
                <a:lnTo>
                  <a:pt x="5897" y="2045"/>
                </a:lnTo>
                <a:lnTo>
                  <a:pt x="5976" y="2257"/>
                </a:lnTo>
                <a:lnTo>
                  <a:pt x="6029" y="2470"/>
                </a:lnTo>
                <a:lnTo>
                  <a:pt x="6056" y="2549"/>
                </a:lnTo>
                <a:lnTo>
                  <a:pt x="6109" y="2629"/>
                </a:lnTo>
                <a:lnTo>
                  <a:pt x="6189" y="2656"/>
                </a:lnTo>
                <a:lnTo>
                  <a:pt x="6295" y="2656"/>
                </a:lnTo>
                <a:lnTo>
                  <a:pt x="6375" y="2629"/>
                </a:lnTo>
                <a:lnTo>
                  <a:pt x="6428" y="2549"/>
                </a:lnTo>
                <a:lnTo>
                  <a:pt x="6481" y="2470"/>
                </a:lnTo>
                <a:lnTo>
                  <a:pt x="6481" y="2390"/>
                </a:lnTo>
                <a:lnTo>
                  <a:pt x="6401" y="2125"/>
                </a:lnTo>
                <a:lnTo>
                  <a:pt x="6321" y="1886"/>
                </a:lnTo>
                <a:lnTo>
                  <a:pt x="6215" y="1647"/>
                </a:lnTo>
                <a:lnTo>
                  <a:pt x="6109" y="1434"/>
                </a:lnTo>
                <a:lnTo>
                  <a:pt x="5976" y="1222"/>
                </a:lnTo>
                <a:lnTo>
                  <a:pt x="5817" y="1009"/>
                </a:lnTo>
                <a:lnTo>
                  <a:pt x="5631" y="850"/>
                </a:lnTo>
                <a:lnTo>
                  <a:pt x="5445" y="664"/>
                </a:lnTo>
                <a:lnTo>
                  <a:pt x="5259" y="531"/>
                </a:lnTo>
                <a:lnTo>
                  <a:pt x="5047" y="398"/>
                </a:lnTo>
                <a:lnTo>
                  <a:pt x="4808" y="266"/>
                </a:lnTo>
                <a:lnTo>
                  <a:pt x="4595" y="186"/>
                </a:lnTo>
                <a:lnTo>
                  <a:pt x="4356" y="106"/>
                </a:lnTo>
                <a:lnTo>
                  <a:pt x="4091" y="53"/>
                </a:lnTo>
                <a:lnTo>
                  <a:pt x="38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13990;p77"/>
          <p:cNvGrpSpPr/>
          <p:nvPr/>
        </p:nvGrpSpPr>
        <p:grpSpPr>
          <a:xfrm>
            <a:off x="7174973" y="5151646"/>
            <a:ext cx="2001675" cy="1378706"/>
            <a:chOff x="2523000" y="1954875"/>
            <a:chExt cx="262325" cy="295000"/>
          </a:xfrm>
          <a:solidFill>
            <a:schemeClr val="tx1"/>
          </a:solidFill>
        </p:grpSpPr>
        <p:sp>
          <p:nvSpPr>
            <p:cNvPr id="16" name="Google Shape;13991;p77"/>
            <p:cNvSpPr/>
            <p:nvPr/>
          </p:nvSpPr>
          <p:spPr>
            <a:xfrm>
              <a:off x="2523000" y="1954875"/>
              <a:ext cx="262325" cy="295000"/>
            </a:xfrm>
            <a:custGeom>
              <a:avLst/>
              <a:gdLst/>
              <a:ahLst/>
              <a:cxnLst/>
              <a:rect l="l" t="t" r="r" b="b"/>
              <a:pathLst>
                <a:path w="10493" h="11800" extrusionOk="0">
                  <a:moveTo>
                    <a:pt x="5294" y="709"/>
                  </a:moveTo>
                  <a:cubicBezTo>
                    <a:pt x="6350" y="1316"/>
                    <a:pt x="7422" y="1602"/>
                    <a:pt x="8487" y="1602"/>
                  </a:cubicBezTo>
                  <a:cubicBezTo>
                    <a:pt x="8915" y="1602"/>
                    <a:pt x="9343" y="1556"/>
                    <a:pt x="9767" y="1465"/>
                  </a:cubicBezTo>
                  <a:lnTo>
                    <a:pt x="9767" y="5026"/>
                  </a:lnTo>
                  <a:cubicBezTo>
                    <a:pt x="9767" y="7798"/>
                    <a:pt x="7940" y="10287"/>
                    <a:pt x="5294" y="11137"/>
                  </a:cubicBezTo>
                  <a:cubicBezTo>
                    <a:pt x="2647" y="10350"/>
                    <a:pt x="789" y="7798"/>
                    <a:pt x="789" y="5026"/>
                  </a:cubicBezTo>
                  <a:lnTo>
                    <a:pt x="789" y="1465"/>
                  </a:lnTo>
                  <a:cubicBezTo>
                    <a:pt x="1222" y="1556"/>
                    <a:pt x="1654" y="1602"/>
                    <a:pt x="2084" y="1602"/>
                  </a:cubicBezTo>
                  <a:cubicBezTo>
                    <a:pt x="3153" y="1602"/>
                    <a:pt x="4215" y="1316"/>
                    <a:pt x="5294" y="709"/>
                  </a:cubicBezTo>
                  <a:close/>
                  <a:moveTo>
                    <a:pt x="5266" y="0"/>
                  </a:moveTo>
                  <a:cubicBezTo>
                    <a:pt x="5207" y="0"/>
                    <a:pt x="5152" y="16"/>
                    <a:pt x="5105" y="48"/>
                  </a:cubicBezTo>
                  <a:cubicBezTo>
                    <a:pt x="4065" y="646"/>
                    <a:pt x="3057" y="930"/>
                    <a:pt x="2017" y="930"/>
                  </a:cubicBezTo>
                  <a:cubicBezTo>
                    <a:pt x="1513" y="930"/>
                    <a:pt x="1009" y="835"/>
                    <a:pt x="473" y="678"/>
                  </a:cubicBezTo>
                  <a:cubicBezTo>
                    <a:pt x="440" y="669"/>
                    <a:pt x="408" y="665"/>
                    <a:pt x="378" y="665"/>
                  </a:cubicBezTo>
                  <a:cubicBezTo>
                    <a:pt x="297" y="665"/>
                    <a:pt x="228" y="695"/>
                    <a:pt x="158" y="741"/>
                  </a:cubicBezTo>
                  <a:cubicBezTo>
                    <a:pt x="95" y="804"/>
                    <a:pt x="1" y="898"/>
                    <a:pt x="1" y="993"/>
                  </a:cubicBezTo>
                  <a:lnTo>
                    <a:pt x="1" y="4994"/>
                  </a:lnTo>
                  <a:cubicBezTo>
                    <a:pt x="127" y="8176"/>
                    <a:pt x="2206" y="10917"/>
                    <a:pt x="5199" y="11799"/>
                  </a:cubicBezTo>
                  <a:lnTo>
                    <a:pt x="5357" y="11799"/>
                  </a:lnTo>
                  <a:cubicBezTo>
                    <a:pt x="8350" y="10917"/>
                    <a:pt x="10492" y="8176"/>
                    <a:pt x="10492" y="5026"/>
                  </a:cubicBezTo>
                  <a:lnTo>
                    <a:pt x="10492" y="1056"/>
                  </a:lnTo>
                  <a:cubicBezTo>
                    <a:pt x="10492" y="930"/>
                    <a:pt x="10429" y="835"/>
                    <a:pt x="10335" y="772"/>
                  </a:cubicBezTo>
                  <a:cubicBezTo>
                    <a:pt x="10282" y="720"/>
                    <a:pt x="10230" y="697"/>
                    <a:pt x="10173" y="697"/>
                  </a:cubicBezTo>
                  <a:cubicBezTo>
                    <a:pt x="10126" y="697"/>
                    <a:pt x="10076" y="713"/>
                    <a:pt x="10019" y="741"/>
                  </a:cubicBezTo>
                  <a:cubicBezTo>
                    <a:pt x="9509" y="876"/>
                    <a:pt x="9006" y="946"/>
                    <a:pt x="8504" y="946"/>
                  </a:cubicBezTo>
                  <a:cubicBezTo>
                    <a:pt x="7490" y="946"/>
                    <a:pt x="6485" y="659"/>
                    <a:pt x="5451" y="48"/>
                  </a:cubicBezTo>
                  <a:cubicBezTo>
                    <a:pt x="5388" y="16"/>
                    <a:pt x="5325" y="0"/>
                    <a:pt x="52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3992;p77"/>
            <p:cNvSpPr/>
            <p:nvPr/>
          </p:nvSpPr>
          <p:spPr>
            <a:xfrm>
              <a:off x="2595475" y="2024575"/>
              <a:ext cx="122100" cy="138650"/>
            </a:xfrm>
            <a:custGeom>
              <a:avLst/>
              <a:gdLst/>
              <a:ahLst/>
              <a:cxnLst/>
              <a:rect l="l" t="t" r="r" b="b"/>
              <a:pathLst>
                <a:path w="4884" h="5546" extrusionOk="0">
                  <a:moveTo>
                    <a:pt x="2426" y="694"/>
                  </a:moveTo>
                  <a:cubicBezTo>
                    <a:pt x="2836" y="694"/>
                    <a:pt x="3151" y="1009"/>
                    <a:pt x="3151" y="1418"/>
                  </a:cubicBezTo>
                  <a:cubicBezTo>
                    <a:pt x="3151" y="1796"/>
                    <a:pt x="2836" y="2111"/>
                    <a:pt x="2426" y="2111"/>
                  </a:cubicBezTo>
                  <a:cubicBezTo>
                    <a:pt x="2048" y="2111"/>
                    <a:pt x="1733" y="1796"/>
                    <a:pt x="1733" y="1418"/>
                  </a:cubicBezTo>
                  <a:cubicBezTo>
                    <a:pt x="1733" y="1009"/>
                    <a:pt x="2048" y="694"/>
                    <a:pt x="2426" y="694"/>
                  </a:cubicBezTo>
                  <a:close/>
                  <a:moveTo>
                    <a:pt x="2426" y="2742"/>
                  </a:moveTo>
                  <a:cubicBezTo>
                    <a:pt x="3371" y="2742"/>
                    <a:pt x="4159" y="3529"/>
                    <a:pt x="4159" y="4474"/>
                  </a:cubicBezTo>
                  <a:lnTo>
                    <a:pt x="4159" y="4821"/>
                  </a:lnTo>
                  <a:lnTo>
                    <a:pt x="693" y="4821"/>
                  </a:lnTo>
                  <a:lnTo>
                    <a:pt x="693" y="4474"/>
                  </a:lnTo>
                  <a:cubicBezTo>
                    <a:pt x="693" y="3529"/>
                    <a:pt x="1481" y="2742"/>
                    <a:pt x="2426" y="2742"/>
                  </a:cubicBezTo>
                  <a:close/>
                  <a:moveTo>
                    <a:pt x="2458" y="1"/>
                  </a:moveTo>
                  <a:cubicBezTo>
                    <a:pt x="1733" y="1"/>
                    <a:pt x="1103" y="599"/>
                    <a:pt x="1103" y="1355"/>
                  </a:cubicBezTo>
                  <a:cubicBezTo>
                    <a:pt x="1103" y="1733"/>
                    <a:pt x="1198" y="2048"/>
                    <a:pt x="1450" y="2269"/>
                  </a:cubicBezTo>
                  <a:cubicBezTo>
                    <a:pt x="630" y="2647"/>
                    <a:pt x="63" y="3498"/>
                    <a:pt x="63" y="4474"/>
                  </a:cubicBezTo>
                  <a:lnTo>
                    <a:pt x="63" y="5199"/>
                  </a:lnTo>
                  <a:cubicBezTo>
                    <a:pt x="0" y="5388"/>
                    <a:pt x="158" y="5546"/>
                    <a:pt x="347" y="5546"/>
                  </a:cubicBezTo>
                  <a:lnTo>
                    <a:pt x="4506" y="5546"/>
                  </a:lnTo>
                  <a:cubicBezTo>
                    <a:pt x="4726" y="5546"/>
                    <a:pt x="4884" y="5388"/>
                    <a:pt x="4884" y="5199"/>
                  </a:cubicBezTo>
                  <a:lnTo>
                    <a:pt x="4884" y="4474"/>
                  </a:lnTo>
                  <a:cubicBezTo>
                    <a:pt x="4884" y="3498"/>
                    <a:pt x="4317" y="2647"/>
                    <a:pt x="3497" y="2269"/>
                  </a:cubicBezTo>
                  <a:cubicBezTo>
                    <a:pt x="3718" y="2048"/>
                    <a:pt x="3844" y="1702"/>
                    <a:pt x="3844" y="1355"/>
                  </a:cubicBezTo>
                  <a:cubicBezTo>
                    <a:pt x="3844" y="599"/>
                    <a:pt x="3214" y="1"/>
                    <a:pt x="24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5221;p81"/>
          <p:cNvGrpSpPr/>
          <p:nvPr/>
        </p:nvGrpSpPr>
        <p:grpSpPr>
          <a:xfrm>
            <a:off x="8175810" y="1990471"/>
            <a:ext cx="1339951" cy="807291"/>
            <a:chOff x="-3852025" y="2764950"/>
            <a:chExt cx="291450" cy="293000"/>
          </a:xfrm>
          <a:solidFill>
            <a:schemeClr val="tx1"/>
          </a:solidFill>
        </p:grpSpPr>
        <p:sp>
          <p:nvSpPr>
            <p:cNvPr id="19" name="Google Shape;15222;p81"/>
            <p:cNvSpPr/>
            <p:nvPr/>
          </p:nvSpPr>
          <p:spPr>
            <a:xfrm>
              <a:off x="-3852025" y="2764950"/>
              <a:ext cx="291450" cy="293000"/>
            </a:xfrm>
            <a:custGeom>
              <a:avLst/>
              <a:gdLst/>
              <a:ahLst/>
              <a:cxnLst/>
              <a:rect l="l" t="t" r="r" b="b"/>
              <a:pathLst>
                <a:path w="11658" h="11720" extrusionOk="0">
                  <a:moveTo>
                    <a:pt x="4380" y="693"/>
                  </a:moveTo>
                  <a:cubicBezTo>
                    <a:pt x="6774" y="693"/>
                    <a:pt x="8161" y="1355"/>
                    <a:pt x="8161" y="1733"/>
                  </a:cubicBezTo>
                  <a:cubicBezTo>
                    <a:pt x="8161" y="2080"/>
                    <a:pt x="6774" y="2741"/>
                    <a:pt x="4380" y="2741"/>
                  </a:cubicBezTo>
                  <a:cubicBezTo>
                    <a:pt x="1986" y="2741"/>
                    <a:pt x="599" y="2080"/>
                    <a:pt x="599" y="1733"/>
                  </a:cubicBezTo>
                  <a:cubicBezTo>
                    <a:pt x="631" y="1355"/>
                    <a:pt x="2017" y="693"/>
                    <a:pt x="4380" y="693"/>
                  </a:cubicBezTo>
                  <a:close/>
                  <a:moveTo>
                    <a:pt x="8224" y="2710"/>
                  </a:moveTo>
                  <a:lnTo>
                    <a:pt x="8224" y="4190"/>
                  </a:lnTo>
                  <a:lnTo>
                    <a:pt x="7845" y="4190"/>
                  </a:lnTo>
                  <a:cubicBezTo>
                    <a:pt x="7815" y="4189"/>
                    <a:pt x="7784" y="4189"/>
                    <a:pt x="7753" y="4189"/>
                  </a:cubicBezTo>
                  <a:cubicBezTo>
                    <a:pt x="6625" y="4189"/>
                    <a:pt x="5622" y="4748"/>
                    <a:pt x="4947" y="5545"/>
                  </a:cubicBezTo>
                  <a:cubicBezTo>
                    <a:pt x="4743" y="5555"/>
                    <a:pt x="4544" y="5560"/>
                    <a:pt x="4352" y="5560"/>
                  </a:cubicBezTo>
                  <a:cubicBezTo>
                    <a:pt x="2081" y="5560"/>
                    <a:pt x="662" y="4912"/>
                    <a:pt x="662" y="4505"/>
                  </a:cubicBezTo>
                  <a:lnTo>
                    <a:pt x="662" y="2710"/>
                  </a:lnTo>
                  <a:cubicBezTo>
                    <a:pt x="1639" y="3308"/>
                    <a:pt x="3246" y="3466"/>
                    <a:pt x="4443" y="3466"/>
                  </a:cubicBezTo>
                  <a:cubicBezTo>
                    <a:pt x="5577" y="3466"/>
                    <a:pt x="7215" y="3308"/>
                    <a:pt x="8224" y="2710"/>
                  </a:cubicBezTo>
                  <a:close/>
                  <a:moveTo>
                    <a:pt x="631" y="5514"/>
                  </a:moveTo>
                  <a:cubicBezTo>
                    <a:pt x="1639" y="6081"/>
                    <a:pt x="3309" y="6238"/>
                    <a:pt x="4474" y="6238"/>
                  </a:cubicBezTo>
                  <a:cubicBezTo>
                    <a:pt x="4222" y="6711"/>
                    <a:pt x="4065" y="7309"/>
                    <a:pt x="4065" y="7939"/>
                  </a:cubicBezTo>
                  <a:lnTo>
                    <a:pt x="4065" y="8286"/>
                  </a:lnTo>
                  <a:cubicBezTo>
                    <a:pt x="1860" y="8223"/>
                    <a:pt x="631" y="7624"/>
                    <a:pt x="631" y="7278"/>
                  </a:cubicBezTo>
                  <a:lnTo>
                    <a:pt x="631" y="5514"/>
                  </a:lnTo>
                  <a:close/>
                  <a:moveTo>
                    <a:pt x="631" y="8223"/>
                  </a:moveTo>
                  <a:cubicBezTo>
                    <a:pt x="1576" y="8759"/>
                    <a:pt x="3120" y="8979"/>
                    <a:pt x="4222" y="8979"/>
                  </a:cubicBezTo>
                  <a:cubicBezTo>
                    <a:pt x="4474" y="9798"/>
                    <a:pt x="4947" y="10460"/>
                    <a:pt x="5609" y="10964"/>
                  </a:cubicBezTo>
                  <a:cubicBezTo>
                    <a:pt x="5199" y="11005"/>
                    <a:pt x="4802" y="11024"/>
                    <a:pt x="4424" y="11024"/>
                  </a:cubicBezTo>
                  <a:cubicBezTo>
                    <a:pt x="2216" y="11024"/>
                    <a:pt x="631" y="10391"/>
                    <a:pt x="631" y="9987"/>
                  </a:cubicBezTo>
                  <a:lnTo>
                    <a:pt x="631" y="8223"/>
                  </a:lnTo>
                  <a:close/>
                  <a:moveTo>
                    <a:pt x="7814" y="4852"/>
                  </a:moveTo>
                  <a:cubicBezTo>
                    <a:pt x="9515" y="4852"/>
                    <a:pt x="10933" y="6238"/>
                    <a:pt x="10933" y="7939"/>
                  </a:cubicBezTo>
                  <a:cubicBezTo>
                    <a:pt x="10964" y="9641"/>
                    <a:pt x="9547" y="11027"/>
                    <a:pt x="7814" y="11027"/>
                  </a:cubicBezTo>
                  <a:cubicBezTo>
                    <a:pt x="6113" y="11027"/>
                    <a:pt x="4726" y="9641"/>
                    <a:pt x="4726" y="7939"/>
                  </a:cubicBezTo>
                  <a:cubicBezTo>
                    <a:pt x="4726" y="6238"/>
                    <a:pt x="6113" y="4852"/>
                    <a:pt x="7814" y="4852"/>
                  </a:cubicBezTo>
                  <a:close/>
                  <a:moveTo>
                    <a:pt x="4411" y="0"/>
                  </a:moveTo>
                  <a:cubicBezTo>
                    <a:pt x="3277" y="0"/>
                    <a:pt x="2206" y="158"/>
                    <a:pt x="1418" y="410"/>
                  </a:cubicBezTo>
                  <a:cubicBezTo>
                    <a:pt x="253" y="819"/>
                    <a:pt x="1" y="1323"/>
                    <a:pt x="1" y="1733"/>
                  </a:cubicBezTo>
                  <a:lnTo>
                    <a:pt x="1" y="9987"/>
                  </a:lnTo>
                  <a:cubicBezTo>
                    <a:pt x="1" y="10334"/>
                    <a:pt x="253" y="10901"/>
                    <a:pt x="1418" y="11279"/>
                  </a:cubicBezTo>
                  <a:cubicBezTo>
                    <a:pt x="2269" y="11562"/>
                    <a:pt x="3309" y="11720"/>
                    <a:pt x="4411" y="11720"/>
                  </a:cubicBezTo>
                  <a:cubicBezTo>
                    <a:pt x="5199" y="11720"/>
                    <a:pt x="5955" y="11657"/>
                    <a:pt x="6617" y="11531"/>
                  </a:cubicBezTo>
                  <a:cubicBezTo>
                    <a:pt x="7026" y="11657"/>
                    <a:pt x="7404" y="11720"/>
                    <a:pt x="7845" y="11720"/>
                  </a:cubicBezTo>
                  <a:cubicBezTo>
                    <a:pt x="9925" y="11720"/>
                    <a:pt x="11658" y="10019"/>
                    <a:pt x="11658" y="7939"/>
                  </a:cubicBezTo>
                  <a:cubicBezTo>
                    <a:pt x="11626" y="6175"/>
                    <a:pt x="10397" y="4757"/>
                    <a:pt x="8822" y="4316"/>
                  </a:cubicBezTo>
                  <a:lnTo>
                    <a:pt x="8822" y="1733"/>
                  </a:lnTo>
                  <a:cubicBezTo>
                    <a:pt x="8822" y="1355"/>
                    <a:pt x="8602" y="819"/>
                    <a:pt x="7404" y="410"/>
                  </a:cubicBezTo>
                  <a:cubicBezTo>
                    <a:pt x="6585" y="158"/>
                    <a:pt x="5514" y="0"/>
                    <a:pt x="44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5223;p81"/>
            <p:cNvSpPr/>
            <p:nvPr/>
          </p:nvSpPr>
          <p:spPr>
            <a:xfrm>
              <a:off x="-3707100" y="2937425"/>
              <a:ext cx="103200" cy="67775"/>
            </a:xfrm>
            <a:custGeom>
              <a:avLst/>
              <a:gdLst/>
              <a:ahLst/>
              <a:cxnLst/>
              <a:rect l="l" t="t" r="r" b="b"/>
              <a:pathLst>
                <a:path w="4128" h="2711" extrusionOk="0">
                  <a:moveTo>
                    <a:pt x="3785" y="1"/>
                  </a:moveTo>
                  <a:cubicBezTo>
                    <a:pt x="3695" y="1"/>
                    <a:pt x="3608" y="32"/>
                    <a:pt x="3561" y="95"/>
                  </a:cubicBezTo>
                  <a:lnTo>
                    <a:pt x="1733" y="1923"/>
                  </a:lnTo>
                  <a:lnTo>
                    <a:pt x="599" y="757"/>
                  </a:lnTo>
                  <a:cubicBezTo>
                    <a:pt x="536" y="710"/>
                    <a:pt x="450" y="686"/>
                    <a:pt x="363" y="686"/>
                  </a:cubicBezTo>
                  <a:cubicBezTo>
                    <a:pt x="276" y="686"/>
                    <a:pt x="190" y="710"/>
                    <a:pt x="127" y="757"/>
                  </a:cubicBezTo>
                  <a:cubicBezTo>
                    <a:pt x="1" y="883"/>
                    <a:pt x="1" y="1135"/>
                    <a:pt x="127" y="1229"/>
                  </a:cubicBezTo>
                  <a:lnTo>
                    <a:pt x="1513" y="2616"/>
                  </a:lnTo>
                  <a:cubicBezTo>
                    <a:pt x="1560" y="2679"/>
                    <a:pt x="1647" y="2710"/>
                    <a:pt x="1737" y="2710"/>
                  </a:cubicBezTo>
                  <a:cubicBezTo>
                    <a:pt x="1828" y="2710"/>
                    <a:pt x="1922" y="2679"/>
                    <a:pt x="1985" y="2616"/>
                  </a:cubicBezTo>
                  <a:lnTo>
                    <a:pt x="4033" y="568"/>
                  </a:lnTo>
                  <a:cubicBezTo>
                    <a:pt x="4128" y="442"/>
                    <a:pt x="4128" y="221"/>
                    <a:pt x="4033" y="95"/>
                  </a:cubicBezTo>
                  <a:cubicBezTo>
                    <a:pt x="3970" y="32"/>
                    <a:pt x="3876" y="1"/>
                    <a:pt x="37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14004;p77"/>
          <p:cNvSpPr/>
          <p:nvPr/>
        </p:nvSpPr>
        <p:spPr>
          <a:xfrm>
            <a:off x="5310364" y="1111625"/>
            <a:ext cx="1556599" cy="769762"/>
          </a:xfrm>
          <a:custGeom>
            <a:avLst/>
            <a:gdLst/>
            <a:ahLst/>
            <a:cxnLst/>
            <a:rect l="l" t="t" r="r" b="b"/>
            <a:pathLst>
              <a:path w="11909" h="11847" extrusionOk="0">
                <a:moveTo>
                  <a:pt x="3560" y="2647"/>
                </a:moveTo>
                <a:lnTo>
                  <a:pt x="3560" y="3561"/>
                </a:lnTo>
                <a:lnTo>
                  <a:pt x="2615" y="3561"/>
                </a:lnTo>
                <a:lnTo>
                  <a:pt x="3560" y="2647"/>
                </a:lnTo>
                <a:close/>
                <a:moveTo>
                  <a:pt x="6616" y="4222"/>
                </a:moveTo>
                <a:cubicBezTo>
                  <a:pt x="7971" y="4285"/>
                  <a:pt x="9074" y="5325"/>
                  <a:pt x="9074" y="6680"/>
                </a:cubicBezTo>
                <a:cubicBezTo>
                  <a:pt x="9074" y="8003"/>
                  <a:pt x="7971" y="9106"/>
                  <a:pt x="6616" y="9106"/>
                </a:cubicBezTo>
                <a:cubicBezTo>
                  <a:pt x="5293" y="9106"/>
                  <a:pt x="4190" y="8003"/>
                  <a:pt x="4190" y="6680"/>
                </a:cubicBezTo>
                <a:cubicBezTo>
                  <a:pt x="4190" y="5325"/>
                  <a:pt x="5293" y="4222"/>
                  <a:pt x="6616" y="4222"/>
                </a:cubicBezTo>
                <a:close/>
                <a:moveTo>
                  <a:pt x="7687" y="757"/>
                </a:moveTo>
                <a:lnTo>
                  <a:pt x="7687" y="1513"/>
                </a:lnTo>
                <a:lnTo>
                  <a:pt x="3875" y="1513"/>
                </a:lnTo>
                <a:cubicBezTo>
                  <a:pt x="3781" y="1513"/>
                  <a:pt x="3655" y="1544"/>
                  <a:pt x="3623" y="1639"/>
                </a:cubicBezTo>
                <a:lnTo>
                  <a:pt x="1512" y="3718"/>
                </a:lnTo>
                <a:cubicBezTo>
                  <a:pt x="1418" y="3813"/>
                  <a:pt x="1386" y="3876"/>
                  <a:pt x="1386" y="3939"/>
                </a:cubicBezTo>
                <a:lnTo>
                  <a:pt x="1386" y="9862"/>
                </a:lnTo>
                <a:lnTo>
                  <a:pt x="662" y="9862"/>
                </a:lnTo>
                <a:lnTo>
                  <a:pt x="662" y="757"/>
                </a:lnTo>
                <a:close/>
                <a:moveTo>
                  <a:pt x="8380" y="2175"/>
                </a:moveTo>
                <a:lnTo>
                  <a:pt x="8380" y="4128"/>
                </a:lnTo>
                <a:cubicBezTo>
                  <a:pt x="7876" y="3813"/>
                  <a:pt x="7278" y="3592"/>
                  <a:pt x="6648" y="3592"/>
                </a:cubicBezTo>
                <a:cubicBezTo>
                  <a:pt x="4915" y="3592"/>
                  <a:pt x="3560" y="5010"/>
                  <a:pt x="3560" y="6711"/>
                </a:cubicBezTo>
                <a:cubicBezTo>
                  <a:pt x="3560" y="8444"/>
                  <a:pt x="4946" y="9830"/>
                  <a:pt x="6648" y="9830"/>
                </a:cubicBezTo>
                <a:cubicBezTo>
                  <a:pt x="7120" y="9830"/>
                  <a:pt x="7593" y="9704"/>
                  <a:pt x="8002" y="9515"/>
                </a:cubicBezTo>
                <a:lnTo>
                  <a:pt x="8380" y="9893"/>
                </a:lnTo>
                <a:lnTo>
                  <a:pt x="8380" y="10492"/>
                </a:lnTo>
                <a:lnTo>
                  <a:pt x="2079" y="10492"/>
                </a:lnTo>
                <a:lnTo>
                  <a:pt x="2079" y="4285"/>
                </a:lnTo>
                <a:lnTo>
                  <a:pt x="3875" y="4285"/>
                </a:lnTo>
                <a:cubicBezTo>
                  <a:pt x="4064" y="4285"/>
                  <a:pt x="4222" y="4128"/>
                  <a:pt x="4222" y="3907"/>
                </a:cubicBezTo>
                <a:lnTo>
                  <a:pt x="4222" y="2175"/>
                </a:lnTo>
                <a:close/>
                <a:moveTo>
                  <a:pt x="9074" y="8633"/>
                </a:moveTo>
                <a:lnTo>
                  <a:pt x="11027" y="10618"/>
                </a:lnTo>
                <a:cubicBezTo>
                  <a:pt x="11153" y="10744"/>
                  <a:pt x="11153" y="10964"/>
                  <a:pt x="11027" y="11090"/>
                </a:cubicBezTo>
                <a:cubicBezTo>
                  <a:pt x="10964" y="11153"/>
                  <a:pt x="10877" y="11185"/>
                  <a:pt x="10791" y="11185"/>
                </a:cubicBezTo>
                <a:cubicBezTo>
                  <a:pt x="10704" y="11185"/>
                  <a:pt x="10617" y="11153"/>
                  <a:pt x="10554" y="11090"/>
                </a:cubicBezTo>
                <a:lnTo>
                  <a:pt x="8601" y="9106"/>
                </a:lnTo>
                <a:cubicBezTo>
                  <a:pt x="8790" y="9011"/>
                  <a:pt x="8948" y="8791"/>
                  <a:pt x="9074" y="8633"/>
                </a:cubicBezTo>
                <a:close/>
                <a:moveTo>
                  <a:pt x="347" y="1"/>
                </a:moveTo>
                <a:cubicBezTo>
                  <a:pt x="158" y="1"/>
                  <a:pt x="0" y="190"/>
                  <a:pt x="0" y="379"/>
                </a:cubicBezTo>
                <a:lnTo>
                  <a:pt x="0" y="10145"/>
                </a:lnTo>
                <a:cubicBezTo>
                  <a:pt x="0" y="10334"/>
                  <a:pt x="158" y="10492"/>
                  <a:pt x="347" y="10492"/>
                </a:cubicBezTo>
                <a:lnTo>
                  <a:pt x="1386" y="10492"/>
                </a:lnTo>
                <a:lnTo>
                  <a:pt x="1386" y="10838"/>
                </a:lnTo>
                <a:cubicBezTo>
                  <a:pt x="1386" y="11059"/>
                  <a:pt x="1544" y="11216"/>
                  <a:pt x="1733" y="11216"/>
                </a:cubicBezTo>
                <a:lnTo>
                  <a:pt x="8695" y="11216"/>
                </a:lnTo>
                <a:cubicBezTo>
                  <a:pt x="8916" y="11216"/>
                  <a:pt x="9074" y="11059"/>
                  <a:pt x="9074" y="10838"/>
                </a:cubicBezTo>
                <a:lnTo>
                  <a:pt x="9074" y="10586"/>
                </a:lnTo>
                <a:lnTo>
                  <a:pt x="10050" y="11563"/>
                </a:lnTo>
                <a:cubicBezTo>
                  <a:pt x="10239" y="11752"/>
                  <a:pt x="10507" y="11847"/>
                  <a:pt x="10775" y="11847"/>
                </a:cubicBezTo>
                <a:cubicBezTo>
                  <a:pt x="11043" y="11847"/>
                  <a:pt x="11310" y="11752"/>
                  <a:pt x="11499" y="11563"/>
                </a:cubicBezTo>
                <a:cubicBezTo>
                  <a:pt x="11909" y="11153"/>
                  <a:pt x="11909" y="10492"/>
                  <a:pt x="11499" y="10114"/>
                </a:cubicBezTo>
                <a:lnTo>
                  <a:pt x="9420" y="8003"/>
                </a:lnTo>
                <a:cubicBezTo>
                  <a:pt x="9609" y="7625"/>
                  <a:pt x="9735" y="7152"/>
                  <a:pt x="9735" y="6680"/>
                </a:cubicBezTo>
                <a:cubicBezTo>
                  <a:pt x="9735" y="5924"/>
                  <a:pt x="9452" y="5262"/>
                  <a:pt x="9011" y="4695"/>
                </a:cubicBezTo>
                <a:lnTo>
                  <a:pt x="9011" y="1828"/>
                </a:lnTo>
                <a:cubicBezTo>
                  <a:pt x="9011" y="1639"/>
                  <a:pt x="8853" y="1481"/>
                  <a:pt x="8664" y="1481"/>
                </a:cubicBezTo>
                <a:lnTo>
                  <a:pt x="8317" y="1481"/>
                </a:lnTo>
                <a:lnTo>
                  <a:pt x="8317" y="379"/>
                </a:lnTo>
                <a:cubicBezTo>
                  <a:pt x="8317" y="190"/>
                  <a:pt x="8160" y="1"/>
                  <a:pt x="7971"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CuadroTexto 21"/>
          <p:cNvSpPr txBox="1"/>
          <p:nvPr/>
        </p:nvSpPr>
        <p:spPr>
          <a:xfrm>
            <a:off x="463558" y="2017987"/>
            <a:ext cx="5755342" cy="923330"/>
          </a:xfrm>
          <a:prstGeom prst="rect">
            <a:avLst/>
          </a:prstGeom>
          <a:noFill/>
        </p:spPr>
        <p:txBody>
          <a:bodyPr wrap="square" rtlCol="0">
            <a:spAutoFit/>
          </a:bodyPr>
          <a:lstStyle/>
          <a:p>
            <a:r>
              <a:rPr lang="es-ES" b="1" dirty="0"/>
              <a:t>Base de datos</a:t>
            </a:r>
            <a:r>
              <a:rPr lang="es-ES" dirty="0"/>
              <a:t>: aún no he creado forma de hacer respaldos, ya se hará más adelante: aun no pero se hará</a:t>
            </a:r>
            <a:endParaRPr lang="es-VE" dirty="0"/>
          </a:p>
          <a:p>
            <a:endParaRPr lang="es-VE" dirty="0"/>
          </a:p>
        </p:txBody>
      </p:sp>
    </p:spTree>
    <p:extLst>
      <p:ext uri="{BB962C8B-B14F-4D97-AF65-F5344CB8AC3E}">
        <p14:creationId xmlns:p14="http://schemas.microsoft.com/office/powerpoint/2010/main" val="1103339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753035" y="717176"/>
            <a:ext cx="7655859" cy="923330"/>
          </a:xfrm>
          <a:prstGeom prst="rect">
            <a:avLst/>
          </a:prstGeom>
          <a:noFill/>
        </p:spPr>
        <p:txBody>
          <a:bodyPr wrap="square" rtlCol="0">
            <a:spAutoFit/>
          </a:bodyPr>
          <a:lstStyle/>
          <a:p>
            <a:r>
              <a:rPr lang="es-VE" dirty="0"/>
              <a:t>La direcinde salud radiolagica es la que se encarga de registrar a los hospilales y toda aquellas intitusiones que maneje radiasiones de toda la nacion. </a:t>
            </a:r>
          </a:p>
          <a:p>
            <a:endParaRPr lang="es-VE" dirty="0"/>
          </a:p>
        </p:txBody>
      </p:sp>
      <p:sp>
        <p:nvSpPr>
          <p:cNvPr id="3" name="CuadroTexto 2"/>
          <p:cNvSpPr txBox="1"/>
          <p:nvPr/>
        </p:nvSpPr>
        <p:spPr>
          <a:xfrm>
            <a:off x="627529" y="2241177"/>
            <a:ext cx="8247529" cy="1200329"/>
          </a:xfrm>
          <a:prstGeom prst="rect">
            <a:avLst/>
          </a:prstGeom>
          <a:noFill/>
        </p:spPr>
        <p:txBody>
          <a:bodyPr wrap="square" rtlCol="0">
            <a:spAutoFit/>
          </a:bodyPr>
          <a:lstStyle/>
          <a:p>
            <a:r>
              <a:rPr lang="es-VE" dirty="0"/>
              <a:t>Se creara un registro con distintas tabala en la base de datos una que contenga la informacion de los hospitales, otra de las  intituciones y de mas, que manejen maquinarias de radiacion para poder llevar un mejor orden de toda la informacion, </a:t>
            </a:r>
          </a:p>
          <a:p>
            <a:endParaRPr lang="es-VE" dirty="0"/>
          </a:p>
        </p:txBody>
      </p:sp>
      <p:sp>
        <p:nvSpPr>
          <p:cNvPr id="4" name="CuadroTexto 3"/>
          <p:cNvSpPr txBox="1"/>
          <p:nvPr/>
        </p:nvSpPr>
        <p:spPr>
          <a:xfrm>
            <a:off x="753035" y="3962400"/>
            <a:ext cx="7835153" cy="1200329"/>
          </a:xfrm>
          <a:prstGeom prst="rect">
            <a:avLst/>
          </a:prstGeom>
          <a:noFill/>
        </p:spPr>
        <p:txBody>
          <a:bodyPr wrap="square" rtlCol="0">
            <a:spAutoFit/>
          </a:bodyPr>
          <a:lstStyle/>
          <a:p>
            <a:r>
              <a:rPr lang="es-VE" dirty="0"/>
              <a:t>La tabla principal o la tabla padre sera el rejistro principal, esta tabla contrendra el nombre, ubicasion, cuando fue fundado, que clase de equipo radiologico utilisan, que servicios presta, id entre otros.</a:t>
            </a:r>
          </a:p>
          <a:p>
            <a:endParaRPr lang="es-VE" dirty="0"/>
          </a:p>
        </p:txBody>
      </p:sp>
    </p:spTree>
    <p:extLst>
      <p:ext uri="{BB962C8B-B14F-4D97-AF65-F5344CB8AC3E}">
        <p14:creationId xmlns:p14="http://schemas.microsoft.com/office/powerpoint/2010/main" val="2330517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842331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TotalTime>
  <Words>745</Words>
  <Application>Microsoft Office PowerPoint</Application>
  <PresentationFormat>Panorámica</PresentationFormat>
  <Paragraphs>93</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Arial</vt:lpstr>
      <vt:lpstr>Calibri</vt:lpstr>
      <vt:lpstr>Calibri Light</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Cromo</dc:creator>
  <cp:lastModifiedBy>ANTONIO CASTILLO</cp:lastModifiedBy>
  <cp:revision>32</cp:revision>
  <dcterms:created xsi:type="dcterms:W3CDTF">2010-05-07T02:13:33Z</dcterms:created>
  <dcterms:modified xsi:type="dcterms:W3CDTF">2023-06-25T20:08:48Z</dcterms:modified>
</cp:coreProperties>
</file>