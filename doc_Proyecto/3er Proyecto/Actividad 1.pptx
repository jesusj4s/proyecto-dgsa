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8"/>
  </p:notesMasterIdLst>
  <p:sldIdLst>
    <p:sldId id="256" r:id="rId2"/>
    <p:sldId id="257" r:id="rId3"/>
    <p:sldId id="260" r:id="rId4"/>
    <p:sldId id="258" r:id="rId5"/>
    <p:sldId id="290" r:id="rId6"/>
    <p:sldId id="259" r:id="rId7"/>
    <p:sldId id="262" r:id="rId8"/>
    <p:sldId id="292" r:id="rId9"/>
    <p:sldId id="264" r:id="rId10"/>
    <p:sldId id="266" r:id="rId11"/>
    <p:sldId id="293" r:id="rId12"/>
    <p:sldId id="294" r:id="rId13"/>
    <p:sldId id="295" r:id="rId14"/>
    <p:sldId id="263" r:id="rId15"/>
    <p:sldId id="267" r:id="rId16"/>
    <p:sldId id="298" r:id="rId17"/>
  </p:sldIdLst>
  <p:sldSz cx="9144000" cy="5143500" type="screen16x9"/>
  <p:notesSz cx="6858000" cy="9144000"/>
  <p:embeddedFontLst>
    <p:embeddedFont>
      <p:font typeface="Albert Sans" pitchFamily="2" charset="0"/>
      <p:regular r:id="rId19"/>
      <p:bold r:id="rId20"/>
      <p:italic r:id="rId21"/>
      <p:boldItalic r:id="rId22"/>
    </p:embeddedFont>
    <p:embeddedFont>
      <p:font typeface="Albert Sans Light" pitchFamily="2" charset="0"/>
      <p:regular r:id="rId23"/>
      <p:italic r:id="rId24"/>
    </p:embeddedFont>
    <p:embeddedFont>
      <p:font typeface="Bebas Neue" panose="020B0606020202050201" pitchFamily="34" charset="0"/>
      <p:regular r:id="rId25"/>
    </p:embeddedFont>
    <p:embeddedFont>
      <p:font typeface="Calibri" panose="020F0502020204030204" pitchFamily="34" charset="0"/>
      <p:regular r:id="rId26"/>
      <p:bold r:id="rId27"/>
      <p:italic r:id="rId28"/>
      <p:boldItalic r:id="rId29"/>
    </p:embeddedFont>
    <p:embeddedFont>
      <p:font typeface="Nunito Light" pitchFamily="2" charset="0"/>
      <p:regular r:id="rId30"/>
      <p:italic r:id="rId31"/>
    </p:embeddedFont>
    <p:embeddedFont>
      <p:font typeface="Ultra" panose="020B0604020202020204"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03910D-2955-4828-AFD4-95A313964508}">
  <a:tblStyle styleId="{3403910D-2955-4828-AFD4-95A3139645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4075931e2a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4075931e2a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3c8230601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3c823060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3c8230601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3c823060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669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3994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13c8230601d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13c8230601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13c8230601d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13c8230601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5151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4501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074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13c8230601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13c8230601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11150" y="426450"/>
            <a:ext cx="7721700" cy="113050"/>
            <a:chOff x="720125" y="3734875"/>
            <a:chExt cx="7721700" cy="113050"/>
          </a:xfrm>
        </p:grpSpPr>
        <p:cxnSp>
          <p:nvCxnSpPr>
            <p:cNvPr id="10" name="Google Shape;10;p2"/>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1" name="Google Shape;11;p2"/>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
        <p:nvSpPr>
          <p:cNvPr id="12" name="Google Shape;12;p2"/>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720000" y="844300"/>
            <a:ext cx="5234700" cy="3018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6000"/>
              <a:buNone/>
              <a:defRPr sz="6000">
                <a:latin typeface="Ultra"/>
                <a:ea typeface="Ultra"/>
                <a:cs typeface="Ultra"/>
                <a:sym typeface="Ultra"/>
              </a:defRPr>
            </a:lvl1pPr>
            <a:lvl2pPr lvl="1" algn="ctr">
              <a:spcBef>
                <a:spcPts val="0"/>
              </a:spcBef>
              <a:spcAft>
                <a:spcPts val="0"/>
              </a:spcAft>
              <a:buClr>
                <a:srgbClr val="191919"/>
              </a:buClr>
              <a:buSzPts val="6000"/>
              <a:buNone/>
              <a:defRPr sz="6000">
                <a:solidFill>
                  <a:srgbClr val="191919"/>
                </a:solidFill>
              </a:defRPr>
            </a:lvl2pPr>
            <a:lvl3pPr lvl="2" algn="ctr">
              <a:spcBef>
                <a:spcPts val="0"/>
              </a:spcBef>
              <a:spcAft>
                <a:spcPts val="0"/>
              </a:spcAft>
              <a:buClr>
                <a:srgbClr val="191919"/>
              </a:buClr>
              <a:buSzPts val="6000"/>
              <a:buNone/>
              <a:defRPr sz="6000">
                <a:solidFill>
                  <a:srgbClr val="191919"/>
                </a:solidFill>
              </a:defRPr>
            </a:lvl3pPr>
            <a:lvl4pPr lvl="3" algn="ctr">
              <a:spcBef>
                <a:spcPts val="0"/>
              </a:spcBef>
              <a:spcAft>
                <a:spcPts val="0"/>
              </a:spcAft>
              <a:buClr>
                <a:srgbClr val="191919"/>
              </a:buClr>
              <a:buSzPts val="6000"/>
              <a:buNone/>
              <a:defRPr sz="6000">
                <a:solidFill>
                  <a:srgbClr val="191919"/>
                </a:solidFill>
              </a:defRPr>
            </a:lvl4pPr>
            <a:lvl5pPr lvl="4" algn="ctr">
              <a:spcBef>
                <a:spcPts val="0"/>
              </a:spcBef>
              <a:spcAft>
                <a:spcPts val="0"/>
              </a:spcAft>
              <a:buClr>
                <a:srgbClr val="191919"/>
              </a:buClr>
              <a:buSzPts val="6000"/>
              <a:buNone/>
              <a:defRPr sz="6000">
                <a:solidFill>
                  <a:srgbClr val="191919"/>
                </a:solidFill>
              </a:defRPr>
            </a:lvl5pPr>
            <a:lvl6pPr lvl="5" algn="ctr">
              <a:spcBef>
                <a:spcPts val="0"/>
              </a:spcBef>
              <a:spcAft>
                <a:spcPts val="0"/>
              </a:spcAft>
              <a:buClr>
                <a:srgbClr val="191919"/>
              </a:buClr>
              <a:buSzPts val="6000"/>
              <a:buNone/>
              <a:defRPr sz="6000">
                <a:solidFill>
                  <a:srgbClr val="191919"/>
                </a:solidFill>
              </a:defRPr>
            </a:lvl6pPr>
            <a:lvl7pPr lvl="6" algn="ctr">
              <a:spcBef>
                <a:spcPts val="0"/>
              </a:spcBef>
              <a:spcAft>
                <a:spcPts val="0"/>
              </a:spcAft>
              <a:buClr>
                <a:srgbClr val="191919"/>
              </a:buClr>
              <a:buSzPts val="6000"/>
              <a:buNone/>
              <a:defRPr sz="6000">
                <a:solidFill>
                  <a:srgbClr val="191919"/>
                </a:solidFill>
              </a:defRPr>
            </a:lvl7pPr>
            <a:lvl8pPr lvl="7" algn="ctr">
              <a:spcBef>
                <a:spcPts val="0"/>
              </a:spcBef>
              <a:spcAft>
                <a:spcPts val="0"/>
              </a:spcAft>
              <a:buClr>
                <a:srgbClr val="191919"/>
              </a:buClr>
              <a:buSzPts val="6000"/>
              <a:buNone/>
              <a:defRPr sz="6000">
                <a:solidFill>
                  <a:srgbClr val="191919"/>
                </a:solidFill>
              </a:defRPr>
            </a:lvl8pPr>
            <a:lvl9pPr lvl="8" algn="ctr">
              <a:spcBef>
                <a:spcPts val="0"/>
              </a:spcBef>
              <a:spcAft>
                <a:spcPts val="0"/>
              </a:spcAft>
              <a:buClr>
                <a:srgbClr val="191919"/>
              </a:buClr>
              <a:buSzPts val="6000"/>
              <a:buNone/>
              <a:defRPr sz="6000">
                <a:solidFill>
                  <a:srgbClr val="191919"/>
                </a:solidFill>
              </a:defRPr>
            </a:lvl9pPr>
          </a:lstStyle>
          <a:p>
            <a:endParaRPr/>
          </a:p>
        </p:txBody>
      </p:sp>
      <p:sp>
        <p:nvSpPr>
          <p:cNvPr id="14" name="Google Shape;14;p2"/>
          <p:cNvSpPr txBox="1">
            <a:spLocks noGrp="1"/>
          </p:cNvSpPr>
          <p:nvPr>
            <p:ph type="subTitle" idx="1"/>
          </p:nvPr>
        </p:nvSpPr>
        <p:spPr>
          <a:xfrm>
            <a:off x="6130325" y="3124800"/>
            <a:ext cx="2300400" cy="737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grpSp>
        <p:nvGrpSpPr>
          <p:cNvPr id="16" name="Google Shape;16;p3"/>
          <p:cNvGrpSpPr/>
          <p:nvPr/>
        </p:nvGrpSpPr>
        <p:grpSpPr>
          <a:xfrm>
            <a:off x="711150" y="426450"/>
            <a:ext cx="7721700" cy="113050"/>
            <a:chOff x="720125" y="3734875"/>
            <a:chExt cx="7721700" cy="113050"/>
          </a:xfrm>
        </p:grpSpPr>
        <p:cxnSp>
          <p:nvCxnSpPr>
            <p:cNvPr id="17" name="Google Shape;17;p3"/>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8" name="Google Shape;18;p3"/>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
        <p:nvSpPr>
          <p:cNvPr id="19" name="Google Shape;19;p3"/>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txBox="1">
            <a:spLocks noGrp="1"/>
          </p:cNvSpPr>
          <p:nvPr>
            <p:ph type="title"/>
          </p:nvPr>
        </p:nvSpPr>
        <p:spPr>
          <a:xfrm>
            <a:off x="3292200" y="841825"/>
            <a:ext cx="5138700" cy="15465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7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710475" y="711550"/>
            <a:ext cx="2226900" cy="1214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 name="Google Shape;22;p3"/>
          <p:cNvSpPr txBox="1">
            <a:spLocks noGrp="1"/>
          </p:cNvSpPr>
          <p:nvPr>
            <p:ph type="subTitle" idx="1"/>
          </p:nvPr>
        </p:nvSpPr>
        <p:spPr>
          <a:xfrm>
            <a:off x="3292200" y="3101800"/>
            <a:ext cx="5138700" cy="45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5"/>
          <p:cNvSpPr txBox="1">
            <a:spLocks noGrp="1"/>
          </p:cNvSpPr>
          <p:nvPr>
            <p:ph type="subTitle" idx="1"/>
          </p:nvPr>
        </p:nvSpPr>
        <p:spPr>
          <a:xfrm>
            <a:off x="5141649" y="2179475"/>
            <a:ext cx="3112200" cy="155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1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4" name="Google Shape;34;p5"/>
          <p:cNvSpPr txBox="1">
            <a:spLocks noGrp="1"/>
          </p:cNvSpPr>
          <p:nvPr>
            <p:ph type="subTitle" idx="2"/>
          </p:nvPr>
        </p:nvSpPr>
        <p:spPr>
          <a:xfrm>
            <a:off x="890151" y="2179475"/>
            <a:ext cx="3112200" cy="155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1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5" name="Google Shape;35;p5"/>
          <p:cNvSpPr txBox="1">
            <a:spLocks noGrp="1"/>
          </p:cNvSpPr>
          <p:nvPr>
            <p:ph type="subTitle" idx="3"/>
          </p:nvPr>
        </p:nvSpPr>
        <p:spPr>
          <a:xfrm>
            <a:off x="5141643" y="1859425"/>
            <a:ext cx="31122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Ultra"/>
                <a:ea typeface="Ultra"/>
                <a:cs typeface="Ultra"/>
                <a:sym typeface="Ultr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6" name="Google Shape;36;p5"/>
          <p:cNvSpPr txBox="1">
            <a:spLocks noGrp="1"/>
          </p:cNvSpPr>
          <p:nvPr>
            <p:ph type="subTitle" idx="4"/>
          </p:nvPr>
        </p:nvSpPr>
        <p:spPr>
          <a:xfrm>
            <a:off x="890151" y="1859425"/>
            <a:ext cx="31122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Ultra"/>
                <a:ea typeface="Ultra"/>
                <a:cs typeface="Ultra"/>
                <a:sym typeface="Ultr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7" name="Google Shape;37;p5"/>
          <p:cNvGrpSpPr/>
          <p:nvPr/>
        </p:nvGrpSpPr>
        <p:grpSpPr>
          <a:xfrm>
            <a:off x="711150" y="426450"/>
            <a:ext cx="7721700" cy="113050"/>
            <a:chOff x="720125" y="3734875"/>
            <a:chExt cx="7721700" cy="113050"/>
          </a:xfrm>
        </p:grpSpPr>
        <p:cxnSp>
          <p:nvCxnSpPr>
            <p:cNvPr id="38" name="Google Shape;38;p5"/>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39;p5"/>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6"/>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43;p6"/>
          <p:cNvGrpSpPr/>
          <p:nvPr/>
        </p:nvGrpSpPr>
        <p:grpSpPr>
          <a:xfrm>
            <a:off x="711150" y="426450"/>
            <a:ext cx="7721700" cy="113050"/>
            <a:chOff x="720125" y="3734875"/>
            <a:chExt cx="7721700" cy="113050"/>
          </a:xfrm>
        </p:grpSpPr>
        <p:cxnSp>
          <p:nvCxnSpPr>
            <p:cNvPr id="44" name="Google Shape;44;p6"/>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45;p6"/>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a:spLocks noGrp="1"/>
          </p:cNvSpPr>
          <p:nvPr>
            <p:ph type="pic" idx="2"/>
          </p:nvPr>
        </p:nvSpPr>
        <p:spPr>
          <a:xfrm>
            <a:off x="715350" y="637300"/>
            <a:ext cx="3179400" cy="3785100"/>
          </a:xfrm>
          <a:prstGeom prst="rect">
            <a:avLst/>
          </a:prstGeom>
          <a:noFill/>
          <a:ln>
            <a:noFill/>
          </a:ln>
        </p:spPr>
      </p:sp>
      <p:sp>
        <p:nvSpPr>
          <p:cNvPr id="48" name="Google Shape;48;p7"/>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7"/>
          <p:cNvSpPr txBox="1">
            <a:spLocks noGrp="1"/>
          </p:cNvSpPr>
          <p:nvPr>
            <p:ph type="title"/>
          </p:nvPr>
        </p:nvSpPr>
        <p:spPr>
          <a:xfrm>
            <a:off x="4237075" y="538350"/>
            <a:ext cx="4193400" cy="1097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0" name="Google Shape;50;p7"/>
          <p:cNvSpPr txBox="1">
            <a:spLocks noGrp="1"/>
          </p:cNvSpPr>
          <p:nvPr>
            <p:ph type="subTitle" idx="1"/>
          </p:nvPr>
        </p:nvSpPr>
        <p:spPr>
          <a:xfrm>
            <a:off x="4237075" y="1748350"/>
            <a:ext cx="4193400" cy="269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sz="11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grpSp>
        <p:nvGrpSpPr>
          <p:cNvPr id="51" name="Google Shape;51;p7"/>
          <p:cNvGrpSpPr/>
          <p:nvPr/>
        </p:nvGrpSpPr>
        <p:grpSpPr>
          <a:xfrm>
            <a:off x="711150" y="426450"/>
            <a:ext cx="7721700" cy="113050"/>
            <a:chOff x="720125" y="3734875"/>
            <a:chExt cx="7721700" cy="113050"/>
          </a:xfrm>
        </p:grpSpPr>
        <p:cxnSp>
          <p:nvCxnSpPr>
            <p:cNvPr id="52" name="Google Shape;52;p7"/>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53" name="Google Shape;53;p7"/>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txBox="1">
            <a:spLocks noGrp="1"/>
          </p:cNvSpPr>
          <p:nvPr>
            <p:ph type="title"/>
          </p:nvPr>
        </p:nvSpPr>
        <p:spPr>
          <a:xfrm>
            <a:off x="2317950" y="1307100"/>
            <a:ext cx="4508100" cy="2529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57" name="Google Shape;57;p8"/>
          <p:cNvGrpSpPr/>
          <p:nvPr/>
        </p:nvGrpSpPr>
        <p:grpSpPr>
          <a:xfrm>
            <a:off x="711150" y="426450"/>
            <a:ext cx="7721700" cy="113050"/>
            <a:chOff x="720125" y="3734875"/>
            <a:chExt cx="7721700" cy="113050"/>
          </a:xfrm>
        </p:grpSpPr>
        <p:cxnSp>
          <p:nvCxnSpPr>
            <p:cNvPr id="58" name="Google Shape;58;p8"/>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59;p8"/>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grpSp>
        <p:nvGrpSpPr>
          <p:cNvPr id="61" name="Google Shape;61;p9"/>
          <p:cNvGrpSpPr/>
          <p:nvPr/>
        </p:nvGrpSpPr>
        <p:grpSpPr>
          <a:xfrm>
            <a:off x="711150" y="426450"/>
            <a:ext cx="7721700" cy="113050"/>
            <a:chOff x="720125" y="3734875"/>
            <a:chExt cx="7721700" cy="113050"/>
          </a:xfrm>
        </p:grpSpPr>
        <p:cxnSp>
          <p:nvCxnSpPr>
            <p:cNvPr id="62" name="Google Shape;62;p9"/>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9"/>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
        <p:nvSpPr>
          <p:cNvPr id="64" name="Google Shape;64;p9"/>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6" name="Google Shape;66;p9"/>
          <p:cNvSpPr txBox="1">
            <a:spLocks noGrp="1"/>
          </p:cNvSpPr>
          <p:nvPr>
            <p:ph type="subTitle" idx="1"/>
          </p:nvPr>
        </p:nvSpPr>
        <p:spPr>
          <a:xfrm>
            <a:off x="2135550" y="3153500"/>
            <a:ext cx="4872900" cy="80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
        <p:cNvGrpSpPr/>
        <p:nvPr/>
      </p:nvGrpSpPr>
      <p:grpSpPr>
        <a:xfrm>
          <a:off x="0" y="0"/>
          <a:ext cx="0" cy="0"/>
          <a:chOff x="0" y="0"/>
          <a:chExt cx="0" cy="0"/>
        </a:xfrm>
      </p:grpSpPr>
      <p:sp>
        <p:nvSpPr>
          <p:cNvPr id="68" name="Google Shape;68;p10"/>
          <p:cNvSpPr>
            <a:spLocks noGrp="1"/>
          </p:cNvSpPr>
          <p:nvPr>
            <p:ph type="pic" idx="2"/>
          </p:nvPr>
        </p:nvSpPr>
        <p:spPr>
          <a:xfrm>
            <a:off x="0" y="0"/>
            <a:ext cx="9144000" cy="5143500"/>
          </a:xfrm>
          <a:prstGeom prst="rect">
            <a:avLst/>
          </a:prstGeom>
          <a:noFill/>
          <a:ln>
            <a:noFill/>
          </a:ln>
        </p:spPr>
      </p:sp>
      <p:sp>
        <p:nvSpPr>
          <p:cNvPr id="69" name="Google Shape;69;p10"/>
          <p:cNvSpPr txBox="1">
            <a:spLocks noGrp="1"/>
          </p:cNvSpPr>
          <p:nvPr>
            <p:ph type="title"/>
          </p:nvPr>
        </p:nvSpPr>
        <p:spPr>
          <a:xfrm>
            <a:off x="5533375" y="3850775"/>
            <a:ext cx="2897700" cy="753000"/>
          </a:xfrm>
          <a:prstGeom prst="rect">
            <a:avLst/>
          </a:prstGeom>
          <a:solidFill>
            <a:schemeClr val="dk2"/>
          </a:solidFill>
        </p:spPr>
        <p:txBody>
          <a:bodyPr spcFirstLastPara="1" wrap="square" lIns="91425" tIns="91425" rIns="91425" bIns="91425" anchor="t" anchorCtr="0">
            <a:noAutofit/>
          </a:bodyPr>
          <a:lstStyle>
            <a:lvl1pPr lvl="0" rtl="0">
              <a:spcBef>
                <a:spcPts val="0"/>
              </a:spcBef>
              <a:spcAft>
                <a:spcPts val="0"/>
              </a:spcAft>
              <a:buSzPts val="3000"/>
              <a:buNone/>
              <a:defRPr sz="18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sp>
        <p:nvSpPr>
          <p:cNvPr id="71" name="Google Shape;71;p11"/>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txBox="1">
            <a:spLocks noGrp="1"/>
          </p:cNvSpPr>
          <p:nvPr>
            <p:ph type="title" hasCustomPrompt="1"/>
          </p:nvPr>
        </p:nvSpPr>
        <p:spPr>
          <a:xfrm>
            <a:off x="1284000" y="1288250"/>
            <a:ext cx="6576000" cy="19707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73" name="Google Shape;73;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1600"/>
              </a:spcBef>
              <a:spcAft>
                <a:spcPts val="0"/>
              </a:spcAft>
              <a:buSzPts val="1100"/>
              <a:buNone/>
              <a:defRPr sz="1100"/>
            </a:lvl3pPr>
            <a:lvl4pPr lvl="3" algn="ctr" rtl="0">
              <a:lnSpc>
                <a:spcPct val="100000"/>
              </a:lnSpc>
              <a:spcBef>
                <a:spcPts val="1600"/>
              </a:spcBef>
              <a:spcAft>
                <a:spcPts val="0"/>
              </a:spcAft>
              <a:buSzPts val="1100"/>
              <a:buNone/>
              <a:defRPr sz="1100"/>
            </a:lvl4pPr>
            <a:lvl5pPr lvl="4" algn="ctr" rtl="0">
              <a:lnSpc>
                <a:spcPct val="100000"/>
              </a:lnSpc>
              <a:spcBef>
                <a:spcPts val="1600"/>
              </a:spcBef>
              <a:spcAft>
                <a:spcPts val="0"/>
              </a:spcAft>
              <a:buSzPts val="1100"/>
              <a:buNone/>
              <a:defRPr sz="1100"/>
            </a:lvl5pPr>
            <a:lvl6pPr lvl="5" algn="ctr" rtl="0">
              <a:lnSpc>
                <a:spcPct val="100000"/>
              </a:lnSpc>
              <a:spcBef>
                <a:spcPts val="1600"/>
              </a:spcBef>
              <a:spcAft>
                <a:spcPts val="0"/>
              </a:spcAft>
              <a:buSzPts val="1100"/>
              <a:buNone/>
              <a:defRPr sz="1100"/>
            </a:lvl6pPr>
            <a:lvl7pPr lvl="6" algn="ctr" rtl="0">
              <a:lnSpc>
                <a:spcPct val="100000"/>
              </a:lnSpc>
              <a:spcBef>
                <a:spcPts val="1600"/>
              </a:spcBef>
              <a:spcAft>
                <a:spcPts val="0"/>
              </a:spcAft>
              <a:buSzPts val="1100"/>
              <a:buNone/>
              <a:defRPr sz="1100"/>
            </a:lvl7pPr>
            <a:lvl8pPr lvl="7" algn="ctr" rtl="0">
              <a:lnSpc>
                <a:spcPct val="100000"/>
              </a:lnSpc>
              <a:spcBef>
                <a:spcPts val="1600"/>
              </a:spcBef>
              <a:spcAft>
                <a:spcPts val="0"/>
              </a:spcAft>
              <a:buSzPts val="1100"/>
              <a:buNone/>
              <a:defRPr sz="1100"/>
            </a:lvl8pPr>
            <a:lvl9pPr lvl="8" algn="ctr" rtl="0">
              <a:lnSpc>
                <a:spcPct val="100000"/>
              </a:lnSpc>
              <a:spcBef>
                <a:spcPts val="1600"/>
              </a:spcBef>
              <a:spcAft>
                <a:spcPts val="1600"/>
              </a:spcAft>
              <a:buSzPts val="1100"/>
              <a:buNone/>
              <a:defRPr sz="1100"/>
            </a:lvl9pPr>
          </a:lstStyle>
          <a:p>
            <a:endParaRPr/>
          </a:p>
        </p:txBody>
      </p:sp>
      <p:grpSp>
        <p:nvGrpSpPr>
          <p:cNvPr id="74" name="Google Shape;74;p11"/>
          <p:cNvGrpSpPr/>
          <p:nvPr/>
        </p:nvGrpSpPr>
        <p:grpSpPr>
          <a:xfrm>
            <a:off x="711150" y="426450"/>
            <a:ext cx="7721700" cy="113050"/>
            <a:chOff x="720125" y="3734875"/>
            <a:chExt cx="7721700" cy="113050"/>
          </a:xfrm>
        </p:grpSpPr>
        <p:cxnSp>
          <p:nvCxnSpPr>
            <p:cNvPr id="75" name="Google Shape;75;p11"/>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76" name="Google Shape;76;p11"/>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7"/>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_1">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a:off x="719975"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0" name="Google Shape;80;p13"/>
          <p:cNvSpPr txBox="1">
            <a:spLocks noGrp="1"/>
          </p:cNvSpPr>
          <p:nvPr>
            <p:ph type="title" idx="2"/>
          </p:nvPr>
        </p:nvSpPr>
        <p:spPr>
          <a:xfrm>
            <a:off x="717289" y="2754750"/>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81" name="Google Shape;81;p13"/>
          <p:cNvSpPr txBox="1">
            <a:spLocks noGrp="1"/>
          </p:cNvSpPr>
          <p:nvPr>
            <p:ph type="subTitle" idx="1"/>
          </p:nvPr>
        </p:nvSpPr>
        <p:spPr>
          <a:xfrm>
            <a:off x="717289" y="3209325"/>
            <a:ext cx="2305500" cy="117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1600"/>
              </a:spcBef>
              <a:spcAft>
                <a:spcPts val="0"/>
              </a:spcAft>
              <a:buSzPts val="1100"/>
              <a:buNone/>
              <a:defRPr sz="1100"/>
            </a:lvl3pPr>
            <a:lvl4pPr lvl="3" algn="ctr" rtl="0">
              <a:lnSpc>
                <a:spcPct val="100000"/>
              </a:lnSpc>
              <a:spcBef>
                <a:spcPts val="1600"/>
              </a:spcBef>
              <a:spcAft>
                <a:spcPts val="0"/>
              </a:spcAft>
              <a:buSzPts val="1100"/>
              <a:buNone/>
              <a:defRPr sz="1100"/>
            </a:lvl4pPr>
            <a:lvl5pPr lvl="4" algn="ctr" rtl="0">
              <a:lnSpc>
                <a:spcPct val="100000"/>
              </a:lnSpc>
              <a:spcBef>
                <a:spcPts val="1600"/>
              </a:spcBef>
              <a:spcAft>
                <a:spcPts val="0"/>
              </a:spcAft>
              <a:buSzPts val="1100"/>
              <a:buNone/>
              <a:defRPr sz="1100"/>
            </a:lvl5pPr>
            <a:lvl6pPr lvl="5" algn="ctr" rtl="0">
              <a:lnSpc>
                <a:spcPct val="100000"/>
              </a:lnSpc>
              <a:spcBef>
                <a:spcPts val="1600"/>
              </a:spcBef>
              <a:spcAft>
                <a:spcPts val="0"/>
              </a:spcAft>
              <a:buSzPts val="1100"/>
              <a:buNone/>
              <a:defRPr sz="1100"/>
            </a:lvl6pPr>
            <a:lvl7pPr lvl="6" algn="ctr" rtl="0">
              <a:lnSpc>
                <a:spcPct val="100000"/>
              </a:lnSpc>
              <a:spcBef>
                <a:spcPts val="1600"/>
              </a:spcBef>
              <a:spcAft>
                <a:spcPts val="0"/>
              </a:spcAft>
              <a:buSzPts val="1100"/>
              <a:buNone/>
              <a:defRPr sz="1100"/>
            </a:lvl7pPr>
            <a:lvl8pPr lvl="7" algn="ctr" rtl="0">
              <a:lnSpc>
                <a:spcPct val="100000"/>
              </a:lnSpc>
              <a:spcBef>
                <a:spcPts val="1600"/>
              </a:spcBef>
              <a:spcAft>
                <a:spcPts val="0"/>
              </a:spcAft>
              <a:buSzPts val="1100"/>
              <a:buNone/>
              <a:defRPr sz="1100"/>
            </a:lvl8pPr>
            <a:lvl9pPr lvl="8" algn="ctr" rtl="0">
              <a:lnSpc>
                <a:spcPct val="100000"/>
              </a:lnSpc>
              <a:spcBef>
                <a:spcPts val="1600"/>
              </a:spcBef>
              <a:spcAft>
                <a:spcPts val="1600"/>
              </a:spcAft>
              <a:buSzPts val="1100"/>
              <a:buNone/>
              <a:defRPr sz="1100"/>
            </a:lvl9pPr>
          </a:lstStyle>
          <a:p>
            <a:endParaRPr/>
          </a:p>
        </p:txBody>
      </p:sp>
      <p:sp>
        <p:nvSpPr>
          <p:cNvPr id="82" name="Google Shape;82;p13"/>
          <p:cNvSpPr txBox="1">
            <a:spLocks noGrp="1"/>
          </p:cNvSpPr>
          <p:nvPr>
            <p:ph type="title" idx="3"/>
          </p:nvPr>
        </p:nvSpPr>
        <p:spPr>
          <a:xfrm>
            <a:off x="3419251" y="2754750"/>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83" name="Google Shape;83;p13"/>
          <p:cNvSpPr txBox="1">
            <a:spLocks noGrp="1"/>
          </p:cNvSpPr>
          <p:nvPr>
            <p:ph type="subTitle" idx="4"/>
          </p:nvPr>
        </p:nvSpPr>
        <p:spPr>
          <a:xfrm>
            <a:off x="3419249" y="3209325"/>
            <a:ext cx="2305500" cy="117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1600"/>
              </a:spcBef>
              <a:spcAft>
                <a:spcPts val="0"/>
              </a:spcAft>
              <a:buSzPts val="1100"/>
              <a:buNone/>
              <a:defRPr sz="1100"/>
            </a:lvl3pPr>
            <a:lvl4pPr lvl="3" algn="ctr" rtl="0">
              <a:lnSpc>
                <a:spcPct val="100000"/>
              </a:lnSpc>
              <a:spcBef>
                <a:spcPts val="1600"/>
              </a:spcBef>
              <a:spcAft>
                <a:spcPts val="0"/>
              </a:spcAft>
              <a:buSzPts val="1100"/>
              <a:buNone/>
              <a:defRPr sz="1100"/>
            </a:lvl4pPr>
            <a:lvl5pPr lvl="4" algn="ctr" rtl="0">
              <a:lnSpc>
                <a:spcPct val="100000"/>
              </a:lnSpc>
              <a:spcBef>
                <a:spcPts val="1600"/>
              </a:spcBef>
              <a:spcAft>
                <a:spcPts val="0"/>
              </a:spcAft>
              <a:buSzPts val="1100"/>
              <a:buNone/>
              <a:defRPr sz="1100"/>
            </a:lvl5pPr>
            <a:lvl6pPr lvl="5" algn="ctr" rtl="0">
              <a:lnSpc>
                <a:spcPct val="100000"/>
              </a:lnSpc>
              <a:spcBef>
                <a:spcPts val="1600"/>
              </a:spcBef>
              <a:spcAft>
                <a:spcPts val="0"/>
              </a:spcAft>
              <a:buSzPts val="1100"/>
              <a:buNone/>
              <a:defRPr sz="1100"/>
            </a:lvl6pPr>
            <a:lvl7pPr lvl="6" algn="ctr" rtl="0">
              <a:lnSpc>
                <a:spcPct val="100000"/>
              </a:lnSpc>
              <a:spcBef>
                <a:spcPts val="1600"/>
              </a:spcBef>
              <a:spcAft>
                <a:spcPts val="0"/>
              </a:spcAft>
              <a:buSzPts val="1100"/>
              <a:buNone/>
              <a:defRPr sz="1100"/>
            </a:lvl7pPr>
            <a:lvl8pPr lvl="7" algn="ctr" rtl="0">
              <a:lnSpc>
                <a:spcPct val="100000"/>
              </a:lnSpc>
              <a:spcBef>
                <a:spcPts val="1600"/>
              </a:spcBef>
              <a:spcAft>
                <a:spcPts val="0"/>
              </a:spcAft>
              <a:buSzPts val="1100"/>
              <a:buNone/>
              <a:defRPr sz="1100"/>
            </a:lvl8pPr>
            <a:lvl9pPr lvl="8" algn="ctr" rtl="0">
              <a:lnSpc>
                <a:spcPct val="100000"/>
              </a:lnSpc>
              <a:spcBef>
                <a:spcPts val="1600"/>
              </a:spcBef>
              <a:spcAft>
                <a:spcPts val="1600"/>
              </a:spcAft>
              <a:buSzPts val="1100"/>
              <a:buNone/>
              <a:defRPr sz="1100"/>
            </a:lvl9pPr>
          </a:lstStyle>
          <a:p>
            <a:endParaRPr/>
          </a:p>
        </p:txBody>
      </p:sp>
      <p:sp>
        <p:nvSpPr>
          <p:cNvPr id="84" name="Google Shape;84;p13"/>
          <p:cNvSpPr txBox="1">
            <a:spLocks noGrp="1"/>
          </p:cNvSpPr>
          <p:nvPr>
            <p:ph type="title" idx="5"/>
          </p:nvPr>
        </p:nvSpPr>
        <p:spPr>
          <a:xfrm>
            <a:off x="6121211" y="2754750"/>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85" name="Google Shape;85;p13"/>
          <p:cNvSpPr txBox="1">
            <a:spLocks noGrp="1"/>
          </p:cNvSpPr>
          <p:nvPr>
            <p:ph type="subTitle" idx="6"/>
          </p:nvPr>
        </p:nvSpPr>
        <p:spPr>
          <a:xfrm>
            <a:off x="6121206" y="3209325"/>
            <a:ext cx="2305500" cy="117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1600"/>
              </a:spcBef>
              <a:spcAft>
                <a:spcPts val="0"/>
              </a:spcAft>
              <a:buSzPts val="1100"/>
              <a:buNone/>
              <a:defRPr sz="1100"/>
            </a:lvl3pPr>
            <a:lvl4pPr lvl="3" algn="ctr" rtl="0">
              <a:lnSpc>
                <a:spcPct val="100000"/>
              </a:lnSpc>
              <a:spcBef>
                <a:spcPts val="1600"/>
              </a:spcBef>
              <a:spcAft>
                <a:spcPts val="0"/>
              </a:spcAft>
              <a:buSzPts val="1100"/>
              <a:buNone/>
              <a:defRPr sz="1100"/>
            </a:lvl4pPr>
            <a:lvl5pPr lvl="4" algn="ctr" rtl="0">
              <a:lnSpc>
                <a:spcPct val="100000"/>
              </a:lnSpc>
              <a:spcBef>
                <a:spcPts val="1600"/>
              </a:spcBef>
              <a:spcAft>
                <a:spcPts val="0"/>
              </a:spcAft>
              <a:buSzPts val="1100"/>
              <a:buNone/>
              <a:defRPr sz="1100"/>
            </a:lvl5pPr>
            <a:lvl6pPr lvl="5" algn="ctr" rtl="0">
              <a:lnSpc>
                <a:spcPct val="100000"/>
              </a:lnSpc>
              <a:spcBef>
                <a:spcPts val="1600"/>
              </a:spcBef>
              <a:spcAft>
                <a:spcPts val="0"/>
              </a:spcAft>
              <a:buSzPts val="1100"/>
              <a:buNone/>
              <a:defRPr sz="1100"/>
            </a:lvl6pPr>
            <a:lvl7pPr lvl="6" algn="ctr" rtl="0">
              <a:lnSpc>
                <a:spcPct val="100000"/>
              </a:lnSpc>
              <a:spcBef>
                <a:spcPts val="1600"/>
              </a:spcBef>
              <a:spcAft>
                <a:spcPts val="0"/>
              </a:spcAft>
              <a:buSzPts val="1100"/>
              <a:buNone/>
              <a:defRPr sz="1100"/>
            </a:lvl7pPr>
            <a:lvl8pPr lvl="7" algn="ctr" rtl="0">
              <a:lnSpc>
                <a:spcPct val="100000"/>
              </a:lnSpc>
              <a:spcBef>
                <a:spcPts val="1600"/>
              </a:spcBef>
              <a:spcAft>
                <a:spcPts val="0"/>
              </a:spcAft>
              <a:buSzPts val="1100"/>
              <a:buNone/>
              <a:defRPr sz="1100"/>
            </a:lvl8pPr>
            <a:lvl9pPr lvl="8" algn="ctr" rtl="0">
              <a:lnSpc>
                <a:spcPct val="100000"/>
              </a:lnSpc>
              <a:spcBef>
                <a:spcPts val="1600"/>
              </a:spcBef>
              <a:spcAft>
                <a:spcPts val="1600"/>
              </a:spcAft>
              <a:buSzPts val="1100"/>
              <a:buNone/>
              <a:defRPr sz="1100"/>
            </a:lvl9pPr>
          </a:lstStyle>
          <a:p>
            <a:endParaRPr/>
          </a:p>
        </p:txBody>
      </p:sp>
      <p:sp>
        <p:nvSpPr>
          <p:cNvPr id="86" name="Google Shape;86;p13"/>
          <p:cNvSpPr txBox="1">
            <a:spLocks noGrp="1"/>
          </p:cNvSpPr>
          <p:nvPr>
            <p:ph type="title" idx="7" hasCustomPrompt="1"/>
          </p:nvPr>
        </p:nvSpPr>
        <p:spPr>
          <a:xfrm>
            <a:off x="717310" y="1717425"/>
            <a:ext cx="2305500" cy="7968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title" idx="8" hasCustomPrompt="1"/>
          </p:nvPr>
        </p:nvSpPr>
        <p:spPr>
          <a:xfrm>
            <a:off x="3419249" y="1717425"/>
            <a:ext cx="2305500" cy="7968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title" idx="9" hasCustomPrompt="1"/>
          </p:nvPr>
        </p:nvSpPr>
        <p:spPr>
          <a:xfrm>
            <a:off x="6121190" y="1717425"/>
            <a:ext cx="2305500" cy="7968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13"/>
          <p:cNvGrpSpPr/>
          <p:nvPr/>
        </p:nvGrpSpPr>
        <p:grpSpPr>
          <a:xfrm>
            <a:off x="711150" y="426450"/>
            <a:ext cx="7721700" cy="113050"/>
            <a:chOff x="720125" y="3734875"/>
            <a:chExt cx="7721700" cy="113050"/>
          </a:xfrm>
        </p:grpSpPr>
        <p:cxnSp>
          <p:nvCxnSpPr>
            <p:cNvPr id="91" name="Google Shape;91;p13"/>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92" name="Google Shape;92;p13"/>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716550" y="539500"/>
            <a:ext cx="4763400" cy="575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5" name="Google Shape;95;p14"/>
          <p:cNvSpPr txBox="1">
            <a:spLocks noGrp="1"/>
          </p:cNvSpPr>
          <p:nvPr>
            <p:ph type="subTitle" idx="1"/>
          </p:nvPr>
        </p:nvSpPr>
        <p:spPr>
          <a:xfrm>
            <a:off x="716550" y="1367350"/>
            <a:ext cx="4763400" cy="291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Font typeface="Albert Sans Light"/>
              <a:buChar char="●"/>
              <a:defRPr sz="1100"/>
            </a:lvl1pPr>
            <a:lvl2pPr lvl="1" algn="ctr" rtl="0">
              <a:lnSpc>
                <a:spcPct val="100000"/>
              </a:lnSpc>
              <a:spcBef>
                <a:spcPts val="100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96" name="Google Shape;96;p14"/>
          <p:cNvSpPr>
            <a:spLocks noGrp="1"/>
          </p:cNvSpPr>
          <p:nvPr>
            <p:ph type="pic" idx="2"/>
          </p:nvPr>
        </p:nvSpPr>
        <p:spPr>
          <a:xfrm>
            <a:off x="5907250" y="631600"/>
            <a:ext cx="2523600" cy="3790800"/>
          </a:xfrm>
          <a:prstGeom prst="rect">
            <a:avLst/>
          </a:prstGeom>
          <a:noFill/>
          <a:ln>
            <a:noFill/>
          </a:ln>
        </p:spPr>
      </p:sp>
      <p:sp>
        <p:nvSpPr>
          <p:cNvPr id="97" name="Google Shape;97;p14"/>
          <p:cNvSpPr/>
          <p:nvPr/>
        </p:nvSpPr>
        <p:spPr>
          <a:xfrm flipH="1">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14"/>
          <p:cNvGrpSpPr/>
          <p:nvPr/>
        </p:nvGrpSpPr>
        <p:grpSpPr>
          <a:xfrm>
            <a:off x="711150" y="426450"/>
            <a:ext cx="7721700" cy="113050"/>
            <a:chOff x="720125" y="3734875"/>
            <a:chExt cx="7721700" cy="113050"/>
          </a:xfrm>
        </p:grpSpPr>
        <p:cxnSp>
          <p:nvCxnSpPr>
            <p:cNvPr id="99" name="Google Shape;99;p14"/>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14"/>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720000" y="5442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6"/>
          <p:cNvSpPr txBox="1">
            <a:spLocks noGrp="1"/>
          </p:cNvSpPr>
          <p:nvPr>
            <p:ph type="subTitle" idx="1"/>
          </p:nvPr>
        </p:nvSpPr>
        <p:spPr>
          <a:xfrm>
            <a:off x="4779968" y="1431100"/>
            <a:ext cx="3644100" cy="299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b="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111" name="Google Shape;111;p16"/>
          <p:cNvSpPr txBox="1">
            <a:spLocks noGrp="1"/>
          </p:cNvSpPr>
          <p:nvPr>
            <p:ph type="subTitle" idx="2"/>
          </p:nvPr>
        </p:nvSpPr>
        <p:spPr>
          <a:xfrm>
            <a:off x="719932" y="1431100"/>
            <a:ext cx="3644100" cy="299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b="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112" name="Google Shape;112;p16"/>
          <p:cNvSpPr/>
          <p:nvPr/>
        </p:nvSpPr>
        <p:spPr>
          <a:xfrm flipH="1">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16"/>
          <p:cNvGrpSpPr/>
          <p:nvPr/>
        </p:nvGrpSpPr>
        <p:grpSpPr>
          <a:xfrm>
            <a:off x="711150" y="426450"/>
            <a:ext cx="7721700" cy="113050"/>
            <a:chOff x="720125" y="3734875"/>
            <a:chExt cx="7721700" cy="113050"/>
          </a:xfrm>
        </p:grpSpPr>
        <p:cxnSp>
          <p:nvCxnSpPr>
            <p:cNvPr id="114" name="Google Shape;114;p16"/>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16"/>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3_1_1">
    <p:spTree>
      <p:nvGrpSpPr>
        <p:cNvPr id="1" name="Shape 124"/>
        <p:cNvGrpSpPr/>
        <p:nvPr/>
      </p:nvGrpSpPr>
      <p:grpSpPr>
        <a:xfrm>
          <a:off x="0" y="0"/>
          <a:ext cx="0" cy="0"/>
          <a:chOff x="0" y="0"/>
          <a:chExt cx="0" cy="0"/>
        </a:xfrm>
      </p:grpSpPr>
      <p:grpSp>
        <p:nvGrpSpPr>
          <p:cNvPr id="125" name="Google Shape;125;p18"/>
          <p:cNvGrpSpPr/>
          <p:nvPr/>
        </p:nvGrpSpPr>
        <p:grpSpPr>
          <a:xfrm>
            <a:off x="711150" y="426450"/>
            <a:ext cx="7721700" cy="4290600"/>
            <a:chOff x="711150" y="426450"/>
            <a:chExt cx="7721700" cy="4290600"/>
          </a:xfrm>
        </p:grpSpPr>
        <p:grpSp>
          <p:nvGrpSpPr>
            <p:cNvPr id="126" name="Google Shape;126;p18"/>
            <p:cNvGrpSpPr/>
            <p:nvPr/>
          </p:nvGrpSpPr>
          <p:grpSpPr>
            <a:xfrm>
              <a:off x="711150" y="426450"/>
              <a:ext cx="7721700" cy="113050"/>
              <a:chOff x="711150" y="426450"/>
              <a:chExt cx="7721700" cy="113050"/>
            </a:xfrm>
          </p:grpSpPr>
          <p:cxnSp>
            <p:nvCxnSpPr>
              <p:cNvPr id="127" name="Google Shape;127;p18"/>
              <p:cNvCxnSpPr/>
              <p:nvPr/>
            </p:nvCxnSpPr>
            <p:spPr>
              <a:xfrm rot="10800000">
                <a:off x="711150" y="426450"/>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18"/>
              <p:cNvCxnSpPr/>
              <p:nvPr/>
            </p:nvCxnSpPr>
            <p:spPr>
              <a:xfrm rot="10800000">
                <a:off x="711150" y="539500"/>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129" name="Google Shape;129;p18"/>
            <p:cNvGrpSpPr/>
            <p:nvPr/>
          </p:nvGrpSpPr>
          <p:grpSpPr>
            <a:xfrm>
              <a:off x="711150" y="4604000"/>
              <a:ext cx="7721700" cy="113050"/>
              <a:chOff x="711150" y="426450"/>
              <a:chExt cx="7721700" cy="113050"/>
            </a:xfrm>
          </p:grpSpPr>
          <p:cxnSp>
            <p:nvCxnSpPr>
              <p:cNvPr id="130" name="Google Shape;130;p18"/>
              <p:cNvCxnSpPr/>
              <p:nvPr/>
            </p:nvCxnSpPr>
            <p:spPr>
              <a:xfrm rot="10800000">
                <a:off x="711150" y="426450"/>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31" name="Google Shape;131;p18"/>
              <p:cNvCxnSpPr/>
              <p:nvPr/>
            </p:nvCxnSpPr>
            <p:spPr>
              <a:xfrm rot="10800000">
                <a:off x="711150" y="539500"/>
                <a:ext cx="7721700" cy="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3_1_1_1">
    <p:spTree>
      <p:nvGrpSpPr>
        <p:cNvPr id="1" name="Shape 132"/>
        <p:cNvGrpSpPr/>
        <p:nvPr/>
      </p:nvGrpSpPr>
      <p:grpSpPr>
        <a:xfrm>
          <a:off x="0" y="0"/>
          <a:ext cx="0" cy="0"/>
          <a:chOff x="0" y="0"/>
          <a:chExt cx="0" cy="0"/>
        </a:xfrm>
      </p:grpSpPr>
      <p:grpSp>
        <p:nvGrpSpPr>
          <p:cNvPr id="133" name="Google Shape;133;p19"/>
          <p:cNvGrpSpPr/>
          <p:nvPr/>
        </p:nvGrpSpPr>
        <p:grpSpPr>
          <a:xfrm>
            <a:off x="0" y="0"/>
            <a:ext cx="9150750" cy="5143400"/>
            <a:chOff x="0" y="0"/>
            <a:chExt cx="9150750" cy="5143400"/>
          </a:xfrm>
        </p:grpSpPr>
        <p:sp>
          <p:nvSpPr>
            <p:cNvPr id="134" name="Google Shape;134;p19"/>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0" y="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Ultra"/>
              <a:buNone/>
              <a:defRPr sz="3000">
                <a:solidFill>
                  <a:schemeClr val="dk1"/>
                </a:solidFill>
                <a:latin typeface="Ultra"/>
                <a:ea typeface="Ultra"/>
                <a:cs typeface="Ultra"/>
                <a:sym typeface="Ultra"/>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4" r:id="rId14"/>
    <p:sldLayoutId id="214748366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2.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3.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microsoft.com/office/2007/relationships/hdphoto" Target="../media/hdphoto4.wdp"/><Relationship Id="rId5" Type="http://schemas.openxmlformats.org/officeDocument/2006/relationships/image" Target="../media/image14.png"/><Relationship Id="rId4" Type="http://schemas.microsoft.com/office/2007/relationships/hdphoto" Target="../media/hdphoto3.wdp"/><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microsoft.com/office/2007/relationships/hdphoto" Target="../media/hdphoto6.wdp"/><Relationship Id="rId5" Type="http://schemas.openxmlformats.org/officeDocument/2006/relationships/image" Target="../media/image16.png"/><Relationship Id="rId10" Type="http://schemas.microsoft.com/office/2007/relationships/hdphoto" Target="../media/hdphoto1.wdp"/><Relationship Id="rId4" Type="http://schemas.microsoft.com/office/2007/relationships/hdphoto" Target="../media/hdphoto5.wdp"/><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9.png"/><Relationship Id="rId4" Type="http://schemas.microsoft.com/office/2007/relationships/hdphoto" Target="../media/hdphoto8.wdp"/></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21.png"/><Relationship Id="rId4" Type="http://schemas.microsoft.com/office/2007/relationships/hdphoto" Target="../media/hdphoto9.wdp"/></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microsoft.com/office/2007/relationships/hdphoto" Target="../media/hdphoto10.wdp"/></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ctrTitle"/>
          </p:nvPr>
        </p:nvSpPr>
        <p:spPr>
          <a:xfrm>
            <a:off x="711493" y="775456"/>
            <a:ext cx="5234700" cy="307216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solidFill>
                  <a:schemeClr val="tx1"/>
                </a:solidFill>
              </a:rPr>
              <a:t>Aplicación </a:t>
            </a:r>
            <a:br>
              <a:rPr lang="en" sz="3200" dirty="0">
                <a:solidFill>
                  <a:schemeClr val="tx1"/>
                </a:solidFill>
              </a:rPr>
            </a:br>
            <a:r>
              <a:rPr lang="en" sz="3200" dirty="0">
                <a:solidFill>
                  <a:schemeClr val="tx1"/>
                </a:solidFill>
              </a:rPr>
              <a:t>web para la</a:t>
            </a:r>
            <a:br>
              <a:rPr lang="en" sz="3200" dirty="0">
                <a:solidFill>
                  <a:schemeClr val="tx1"/>
                </a:solidFill>
              </a:rPr>
            </a:br>
            <a:r>
              <a:rPr lang="en" sz="3200" dirty="0">
                <a:solidFill>
                  <a:schemeClr val="tx1"/>
                </a:solidFill>
              </a:rPr>
              <a:t>gestion de las solicitudes de</a:t>
            </a:r>
            <a:br>
              <a:rPr lang="en" sz="3200" dirty="0">
                <a:solidFill>
                  <a:schemeClr val="tx1"/>
                </a:solidFill>
              </a:rPr>
            </a:br>
            <a:r>
              <a:rPr lang="en" sz="3200" dirty="0">
                <a:solidFill>
                  <a:schemeClr val="tx1"/>
                </a:solidFill>
              </a:rPr>
              <a:t>la Dirección de Salud Radiológica.</a:t>
            </a:r>
            <a:endParaRPr sz="3200" dirty="0">
              <a:solidFill>
                <a:schemeClr val="tx1"/>
              </a:solidFill>
            </a:endParaRPr>
          </a:p>
        </p:txBody>
      </p:sp>
      <p:sp>
        <p:nvSpPr>
          <p:cNvPr id="147" name="Google Shape;147;p23"/>
          <p:cNvSpPr txBox="1">
            <a:spLocks noGrp="1"/>
          </p:cNvSpPr>
          <p:nvPr>
            <p:ph type="subTitle" idx="1"/>
          </p:nvPr>
        </p:nvSpPr>
        <p:spPr>
          <a:xfrm>
            <a:off x="6132106" y="2972036"/>
            <a:ext cx="2534221" cy="1106985"/>
          </a:xfrm>
          <a:prstGeom prst="rect">
            <a:avLst/>
          </a:prstGeom>
        </p:spPr>
        <p:txBody>
          <a:bodyPr spcFirstLastPara="1" wrap="square" lIns="91425" tIns="91425" rIns="91425" bIns="91425" anchor="t" anchorCtr="0">
            <a:noAutofit/>
          </a:bodyPr>
          <a:lstStyle/>
          <a:p>
            <a:pPr marL="0" indent="0"/>
            <a:r>
              <a:rPr lang="es-ES" sz="1200" dirty="0"/>
              <a:t>Chamuel Herrera. V – 31.000.515.</a:t>
            </a:r>
          </a:p>
          <a:p>
            <a:pPr marL="0" indent="0"/>
            <a:endParaRPr lang="es-ES" sz="1200" dirty="0"/>
          </a:p>
          <a:p>
            <a:pPr marL="0" indent="0"/>
            <a:r>
              <a:rPr lang="es-ES" sz="1200" dirty="0"/>
              <a:t>Jesús Castillo. V – 27.146.430.</a:t>
            </a:r>
          </a:p>
          <a:p>
            <a:pPr marL="0" indent="0"/>
            <a:endParaRPr lang="es-ES" sz="1200" dirty="0"/>
          </a:p>
          <a:p>
            <a:pPr marL="0" indent="0"/>
            <a:r>
              <a:rPr lang="es-ES" sz="1200" dirty="0"/>
              <a:t>Andrés Guerra. V –29.659.187.</a:t>
            </a:r>
          </a:p>
        </p:txBody>
      </p:sp>
      <p:cxnSp>
        <p:nvCxnSpPr>
          <p:cNvPr id="148" name="Google Shape;148;p23"/>
          <p:cNvCxnSpPr/>
          <p:nvPr/>
        </p:nvCxnSpPr>
        <p:spPr>
          <a:xfrm>
            <a:off x="5954575" y="862800"/>
            <a:ext cx="0" cy="2961600"/>
          </a:xfrm>
          <a:prstGeom prst="straightConnector1">
            <a:avLst/>
          </a:prstGeom>
          <a:noFill/>
          <a:ln w="9525" cap="flat" cmpd="sng">
            <a:solidFill>
              <a:schemeClr val="dk2"/>
            </a:solidFill>
            <a:prstDash val="solid"/>
            <a:round/>
            <a:headEnd type="none" w="med" len="med"/>
            <a:tailEnd type="none" w="med" len="med"/>
          </a:ln>
        </p:spPr>
      </p:cxnSp>
      <p:grpSp>
        <p:nvGrpSpPr>
          <p:cNvPr id="149" name="Google Shape;149;p23"/>
          <p:cNvGrpSpPr/>
          <p:nvPr/>
        </p:nvGrpSpPr>
        <p:grpSpPr>
          <a:xfrm>
            <a:off x="720125" y="4192075"/>
            <a:ext cx="7721700" cy="113050"/>
            <a:chOff x="720125" y="3734875"/>
            <a:chExt cx="7721700" cy="113050"/>
          </a:xfrm>
        </p:grpSpPr>
        <p:cxnSp>
          <p:nvCxnSpPr>
            <p:cNvPr id="150" name="Google Shape;150;p23"/>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51" name="Google Shape;151;p23"/>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152" name="Google Shape;152;p23"/>
          <p:cNvGrpSpPr/>
          <p:nvPr/>
        </p:nvGrpSpPr>
        <p:grpSpPr>
          <a:xfrm>
            <a:off x="6170821" y="2710875"/>
            <a:ext cx="2261686" cy="113050"/>
            <a:chOff x="720125" y="3734875"/>
            <a:chExt cx="7721700" cy="113050"/>
          </a:xfrm>
        </p:grpSpPr>
        <p:cxnSp>
          <p:nvCxnSpPr>
            <p:cNvPr id="153" name="Google Shape;153;p23"/>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54" name="Google Shape;154;p23"/>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155" name="Google Shape;155;p23"/>
          <p:cNvGrpSpPr/>
          <p:nvPr/>
        </p:nvGrpSpPr>
        <p:grpSpPr>
          <a:xfrm>
            <a:off x="6247033" y="1021215"/>
            <a:ext cx="2101880" cy="1546500"/>
            <a:chOff x="6247033" y="1021215"/>
            <a:chExt cx="2101880" cy="1546500"/>
          </a:xfrm>
        </p:grpSpPr>
        <p:grpSp>
          <p:nvGrpSpPr>
            <p:cNvPr id="156" name="Google Shape;156;p23"/>
            <p:cNvGrpSpPr/>
            <p:nvPr/>
          </p:nvGrpSpPr>
          <p:grpSpPr>
            <a:xfrm>
              <a:off x="6247033" y="1021215"/>
              <a:ext cx="2101880" cy="98700"/>
              <a:chOff x="6170833" y="716415"/>
              <a:chExt cx="2101880" cy="98700"/>
            </a:xfrm>
          </p:grpSpPr>
          <p:sp>
            <p:nvSpPr>
              <p:cNvPr id="157" name="Google Shape;15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66;p23"/>
            <p:cNvGrpSpPr/>
            <p:nvPr/>
          </p:nvGrpSpPr>
          <p:grpSpPr>
            <a:xfrm>
              <a:off x="6247033" y="1228043"/>
              <a:ext cx="2101880" cy="98700"/>
              <a:chOff x="6170833" y="716415"/>
              <a:chExt cx="2101880" cy="98700"/>
            </a:xfrm>
          </p:grpSpPr>
          <p:sp>
            <p:nvSpPr>
              <p:cNvPr id="167" name="Google Shape;16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23"/>
            <p:cNvGrpSpPr/>
            <p:nvPr/>
          </p:nvGrpSpPr>
          <p:grpSpPr>
            <a:xfrm>
              <a:off x="6247033" y="1434872"/>
              <a:ext cx="2101880" cy="98700"/>
              <a:chOff x="6170833" y="716415"/>
              <a:chExt cx="2101880" cy="98700"/>
            </a:xfrm>
          </p:grpSpPr>
          <p:sp>
            <p:nvSpPr>
              <p:cNvPr id="177" name="Google Shape;17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 name="Google Shape;186;p23"/>
            <p:cNvGrpSpPr/>
            <p:nvPr/>
          </p:nvGrpSpPr>
          <p:grpSpPr>
            <a:xfrm>
              <a:off x="6247033" y="1641700"/>
              <a:ext cx="2101880" cy="98700"/>
              <a:chOff x="6170833" y="716415"/>
              <a:chExt cx="2101880" cy="98700"/>
            </a:xfrm>
          </p:grpSpPr>
          <p:sp>
            <p:nvSpPr>
              <p:cNvPr id="187" name="Google Shape;18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23"/>
            <p:cNvGrpSpPr/>
            <p:nvPr/>
          </p:nvGrpSpPr>
          <p:grpSpPr>
            <a:xfrm>
              <a:off x="6247033" y="1848529"/>
              <a:ext cx="2101880" cy="98700"/>
              <a:chOff x="6170833" y="716415"/>
              <a:chExt cx="2101880" cy="98700"/>
            </a:xfrm>
          </p:grpSpPr>
          <p:sp>
            <p:nvSpPr>
              <p:cNvPr id="197" name="Google Shape;19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23"/>
            <p:cNvGrpSpPr/>
            <p:nvPr/>
          </p:nvGrpSpPr>
          <p:grpSpPr>
            <a:xfrm>
              <a:off x="6247033" y="2055358"/>
              <a:ext cx="2101880" cy="98700"/>
              <a:chOff x="6170833" y="716415"/>
              <a:chExt cx="2101880" cy="98700"/>
            </a:xfrm>
          </p:grpSpPr>
          <p:sp>
            <p:nvSpPr>
              <p:cNvPr id="207" name="Google Shape;20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 name="Google Shape;216;p23"/>
            <p:cNvGrpSpPr/>
            <p:nvPr/>
          </p:nvGrpSpPr>
          <p:grpSpPr>
            <a:xfrm>
              <a:off x="6247033" y="2262186"/>
              <a:ext cx="2101880" cy="98700"/>
              <a:chOff x="6170833" y="716415"/>
              <a:chExt cx="2101880" cy="98700"/>
            </a:xfrm>
          </p:grpSpPr>
          <p:sp>
            <p:nvSpPr>
              <p:cNvPr id="217" name="Google Shape;21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226;p23"/>
            <p:cNvGrpSpPr/>
            <p:nvPr/>
          </p:nvGrpSpPr>
          <p:grpSpPr>
            <a:xfrm>
              <a:off x="6247033" y="2469015"/>
              <a:ext cx="2101880" cy="98700"/>
              <a:chOff x="6170833" y="716415"/>
              <a:chExt cx="2101880" cy="98700"/>
            </a:xfrm>
          </p:grpSpPr>
          <p:sp>
            <p:nvSpPr>
              <p:cNvPr id="227" name="Google Shape;22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 name="Imagen 4">
            <a:extLst>
              <a:ext uri="{FF2B5EF4-FFF2-40B4-BE49-F238E27FC236}">
                <a16:creationId xmlns:a16="http://schemas.microsoft.com/office/drawing/2014/main" id="{D1C7BCD7-FA57-0EFD-E521-178B67C0F0A3}"/>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120020" y="4558650"/>
            <a:ext cx="513209" cy="513209"/>
          </a:xfrm>
          <a:prstGeom prst="rect">
            <a:avLst/>
          </a:prstGeom>
        </p:spPr>
      </p:pic>
      <p:pic>
        <p:nvPicPr>
          <p:cNvPr id="6" name="Imagen 5">
            <a:extLst>
              <a:ext uri="{FF2B5EF4-FFF2-40B4-BE49-F238E27FC236}">
                <a16:creationId xmlns:a16="http://schemas.microsoft.com/office/drawing/2014/main" id="{A3EE8AA6-E286-5B9B-4192-48A2D252D48A}"/>
              </a:ext>
            </a:extLst>
          </p:cNvPr>
          <p:cNvPicPr>
            <a:picLocks noChangeAspect="1"/>
          </p:cNvPicPr>
          <p:nvPr/>
        </p:nvPicPr>
        <p:blipFill>
          <a:blip r:embed="rId5"/>
          <a:stretch>
            <a:fillRect/>
          </a:stretch>
        </p:blipFill>
        <p:spPr>
          <a:xfrm>
            <a:off x="8770231" y="71565"/>
            <a:ext cx="328924" cy="3289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Contenido</a:t>
            </a:r>
            <a:endParaRPr dirty="0"/>
          </a:p>
        </p:txBody>
      </p:sp>
      <p:graphicFrame>
        <p:nvGraphicFramePr>
          <p:cNvPr id="241" name="Google Shape;241;p24"/>
          <p:cNvGraphicFramePr/>
          <p:nvPr>
            <p:extLst>
              <p:ext uri="{D42A27DB-BD31-4B8C-83A1-F6EECF244321}">
                <p14:modId xmlns:p14="http://schemas.microsoft.com/office/powerpoint/2010/main" val="3051182040"/>
              </p:ext>
            </p:extLst>
          </p:nvPr>
        </p:nvGraphicFramePr>
        <p:xfrm>
          <a:off x="720000" y="1411124"/>
          <a:ext cx="7776578" cy="3120832"/>
        </p:xfrm>
        <a:graphic>
          <a:graphicData uri="http://schemas.openxmlformats.org/drawingml/2006/table">
            <a:tbl>
              <a:tblPr>
                <a:noFill/>
                <a:tableStyleId>{3403910D-2955-4828-AFD4-95A313964508}</a:tableStyleId>
              </a:tblPr>
              <a:tblGrid>
                <a:gridCol w="2426244">
                  <a:extLst>
                    <a:ext uri="{9D8B030D-6E8A-4147-A177-3AD203B41FA5}">
                      <a16:colId xmlns:a16="http://schemas.microsoft.com/office/drawing/2014/main" val="20000"/>
                    </a:ext>
                  </a:extLst>
                </a:gridCol>
                <a:gridCol w="5350334">
                  <a:extLst>
                    <a:ext uri="{9D8B030D-6E8A-4147-A177-3AD203B41FA5}">
                      <a16:colId xmlns:a16="http://schemas.microsoft.com/office/drawing/2014/main" val="20001"/>
                    </a:ext>
                  </a:extLst>
                </a:gridCol>
              </a:tblGrid>
              <a:tr h="390104">
                <a:tc>
                  <a:txBody>
                    <a:bodyPr/>
                    <a:lstStyle/>
                    <a:p>
                      <a:pPr marL="0" lvl="0" indent="0" algn="l" rtl="0">
                        <a:spcBef>
                          <a:spcPts val="0"/>
                        </a:spcBef>
                        <a:spcAft>
                          <a:spcPts val="0"/>
                        </a:spcAft>
                        <a:buNone/>
                      </a:pPr>
                      <a:r>
                        <a:rPr lang="en" sz="1100" b="1" u="none" dirty="0">
                          <a:solidFill>
                            <a:schemeClr val="hlink"/>
                          </a:solidFill>
                          <a:latin typeface="Albert Sans"/>
                          <a:ea typeface="Albert Sans"/>
                          <a:cs typeface="Albert Sans"/>
                          <a:sym typeface="Albert Sans"/>
                        </a:rPr>
                        <a:t>Alcance</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ES" sz="1000" dirty="0">
                          <a:solidFill>
                            <a:schemeClr val="dk1"/>
                          </a:solidFill>
                          <a:latin typeface="Albert Sans"/>
                          <a:ea typeface="Albert Sans"/>
                          <a:cs typeface="Albert Sans"/>
                          <a:sym typeface="Albert Sans"/>
                        </a:rPr>
                        <a:t>El alcance de un proyecto es el conjunto de objetivos, entregables, procesos y requisitos.</a:t>
                      </a:r>
                      <a:endParaRPr sz="1000"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90104">
                <a:tc>
                  <a:txBody>
                    <a:bodyPr/>
                    <a:lstStyle/>
                    <a:p>
                      <a:pPr marL="0" lvl="0" indent="0" algn="l" rtl="0">
                        <a:spcBef>
                          <a:spcPts val="0"/>
                        </a:spcBef>
                        <a:spcAft>
                          <a:spcPts val="0"/>
                        </a:spcAft>
                        <a:buNone/>
                      </a:pPr>
                      <a:r>
                        <a:rPr lang="en" sz="1100" b="1" u="none" dirty="0">
                          <a:solidFill>
                            <a:schemeClr val="hlink"/>
                          </a:solidFill>
                          <a:latin typeface="Albert Sans"/>
                          <a:ea typeface="Albert Sans"/>
                          <a:cs typeface="Albert Sans"/>
                          <a:sym typeface="Albert Sans"/>
                        </a:rPr>
                        <a:t>Entorno Tecnológico</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s-ES" sz="1000" dirty="0">
                          <a:solidFill>
                            <a:schemeClr val="dk1"/>
                          </a:solidFill>
                          <a:latin typeface="Albert Sans"/>
                          <a:ea typeface="Albert Sans"/>
                          <a:cs typeface="Albert Sans"/>
                          <a:sym typeface="Albert Sans"/>
                        </a:rPr>
                        <a:t>Se refiere a la combinación de tecnologías y herramientas que se utilizan para crear y mantener.</a:t>
                      </a:r>
                      <a:endParaRPr sz="1000"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0104">
                <a:tc>
                  <a:txBody>
                    <a:bodyPr/>
                    <a:lstStyle/>
                    <a:p>
                      <a:pPr marL="0" lvl="0" indent="0" algn="l" rtl="0">
                        <a:spcBef>
                          <a:spcPts val="0"/>
                        </a:spcBef>
                        <a:spcAft>
                          <a:spcPts val="0"/>
                        </a:spcAft>
                        <a:buNone/>
                      </a:pPr>
                      <a:r>
                        <a:rPr lang="en" sz="1100" b="1" u="none" dirty="0">
                          <a:solidFill>
                            <a:schemeClr val="hlink"/>
                          </a:solidFill>
                          <a:latin typeface="Albert Sans"/>
                          <a:ea typeface="Albert Sans"/>
                          <a:cs typeface="Albert Sans"/>
                          <a:sym typeface="Albert Sans"/>
                        </a:rPr>
                        <a:t>Estándares y Normas</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ES" sz="1000" dirty="0">
                          <a:solidFill>
                            <a:schemeClr val="dk1"/>
                          </a:solidFill>
                          <a:latin typeface="Albert Sans"/>
                          <a:ea typeface="Albert Sans"/>
                          <a:cs typeface="Albert Sans"/>
                          <a:sym typeface="Albert Sans"/>
                        </a:rPr>
                        <a:t>Son reglas y directrices que se utilizan para garantizar la calidad, la coherencia y la interoperabilidad.</a:t>
                      </a:r>
                      <a:endParaRPr sz="1000"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0104">
                <a:tc>
                  <a:txBody>
                    <a:bodyPr/>
                    <a:lstStyle/>
                    <a:p>
                      <a:pPr marL="0" lvl="0" indent="0" algn="l" rtl="0">
                        <a:spcBef>
                          <a:spcPts val="0"/>
                        </a:spcBef>
                        <a:spcAft>
                          <a:spcPts val="0"/>
                        </a:spcAft>
                        <a:buNone/>
                      </a:pPr>
                      <a:r>
                        <a:rPr lang="en" sz="1100" b="1" u="none" dirty="0">
                          <a:solidFill>
                            <a:schemeClr val="hlink"/>
                          </a:solidFill>
                          <a:latin typeface="Albert Sans"/>
                          <a:ea typeface="Albert Sans"/>
                          <a:cs typeface="Albert Sans"/>
                          <a:sym typeface="Albert Sans"/>
                        </a:rPr>
                        <a:t>Definicion de los usuarios</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ES" sz="1000" dirty="0">
                          <a:solidFill>
                            <a:schemeClr val="dk1"/>
                          </a:solidFill>
                          <a:latin typeface="Albert Sans"/>
                          <a:ea typeface="Albert Sans"/>
                          <a:cs typeface="Albert Sans"/>
                          <a:sym typeface="Albert Sans"/>
                        </a:rPr>
                        <a:t>Permiten definir diferentes niveles de acceso y permisos a los usuarios de la aplicación. </a:t>
                      </a:r>
                      <a:endParaRPr sz="1000"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0104">
                <a:tc>
                  <a:txBody>
                    <a:bodyPr/>
                    <a:lstStyle/>
                    <a:p>
                      <a:pPr marL="0" lvl="0" indent="0" algn="l" rtl="0">
                        <a:spcBef>
                          <a:spcPts val="0"/>
                        </a:spcBef>
                        <a:spcAft>
                          <a:spcPts val="0"/>
                        </a:spcAft>
                        <a:buNone/>
                      </a:pPr>
                      <a:r>
                        <a:rPr lang="en" sz="1100" b="1" u="none" dirty="0">
                          <a:solidFill>
                            <a:schemeClr val="hlink"/>
                          </a:solidFill>
                          <a:latin typeface="Albert Sans"/>
                          <a:ea typeface="Albert Sans"/>
                          <a:cs typeface="Albert Sans"/>
                          <a:sym typeface="Albert Sans"/>
                        </a:rPr>
                        <a:t>Requisitos</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s-ES" sz="1000" dirty="0">
                          <a:solidFill>
                            <a:schemeClr val="dk1"/>
                          </a:solidFill>
                          <a:latin typeface="Albert Sans"/>
                          <a:ea typeface="Albert Sans"/>
                          <a:cs typeface="Albert Sans"/>
                          <a:sym typeface="Albert Sans"/>
                        </a:rPr>
                        <a:t>Son un aspecto crítico en el desarrollo de cualquier aplicación web, ya que son la base para el diseño y la implementación de la aplicación.</a:t>
                      </a:r>
                      <a:endParaRPr sz="1000"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0104">
                <a:tc>
                  <a:txBody>
                    <a:bodyPr/>
                    <a:lstStyle/>
                    <a:p>
                      <a:pPr marL="0" lvl="0" indent="0" algn="l" rtl="0">
                        <a:spcBef>
                          <a:spcPts val="0"/>
                        </a:spcBef>
                        <a:spcAft>
                          <a:spcPts val="0"/>
                        </a:spcAft>
                        <a:buNone/>
                      </a:pPr>
                      <a:r>
                        <a:rPr lang="en" sz="1100" b="1" u="none" dirty="0">
                          <a:solidFill>
                            <a:schemeClr val="dk1"/>
                          </a:solidFill>
                          <a:latin typeface="Albert Sans"/>
                          <a:ea typeface="Albert Sans"/>
                          <a:cs typeface="Albert Sans"/>
                          <a:sym typeface="Albert Sans"/>
                        </a:rPr>
                        <a:t>Servicios y Validaciones</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ES" sz="1000" dirty="0">
                          <a:solidFill>
                            <a:schemeClr val="dk1"/>
                          </a:solidFill>
                          <a:latin typeface="Albert Sans"/>
                          <a:ea typeface="Albert Sans"/>
                          <a:cs typeface="Albert Sans"/>
                          <a:sym typeface="Albert Sans"/>
                        </a:rPr>
                        <a:t>Los servicios son módulos de software que proporcionan una funcionalidad y verifican la integridad de los datos.</a:t>
                      </a:r>
                      <a:endParaRPr sz="1000"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90104">
                <a:tc>
                  <a:txBody>
                    <a:bodyPr/>
                    <a:lstStyle/>
                    <a:p>
                      <a:pPr marL="0" lvl="0" indent="0" algn="l" rtl="0">
                        <a:spcBef>
                          <a:spcPts val="0"/>
                        </a:spcBef>
                        <a:spcAft>
                          <a:spcPts val="0"/>
                        </a:spcAft>
                        <a:buNone/>
                      </a:pPr>
                      <a:r>
                        <a:rPr lang="es-ES" sz="1100" b="1" u="none" dirty="0">
                          <a:solidFill>
                            <a:schemeClr val="dk1"/>
                          </a:solidFill>
                          <a:latin typeface="Albert Sans"/>
                          <a:ea typeface="Albert Sans"/>
                          <a:cs typeface="Albert Sans"/>
                          <a:sym typeface="Albert Sans"/>
                        </a:rPr>
                        <a:t>Manuales de rol de usuario</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lgn="ctr">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ES" sz="1000" dirty="0">
                          <a:solidFill>
                            <a:schemeClr val="dk1"/>
                          </a:solidFill>
                          <a:latin typeface="Albert Sans"/>
                          <a:ea typeface="Albert Sans"/>
                          <a:cs typeface="Albert Sans"/>
                          <a:sym typeface="Albert Sans"/>
                        </a:rPr>
                        <a:t>Describen los diferentes roles que pueden tener los usuarios de la aplicación.</a:t>
                      </a:r>
                      <a:endParaRPr sz="1000" dirty="0">
                        <a:solidFill>
                          <a:schemeClr val="dk1"/>
                        </a:solidFill>
                        <a:latin typeface="Albert Sans"/>
                        <a:ea typeface="Albert Sans"/>
                        <a:cs typeface="Albert Sans"/>
                        <a:sym typeface="Albert Sans"/>
                      </a:endParaRPr>
                    </a:p>
                  </a:txBody>
                  <a:tcPr marL="91425" marR="91425" marT="0" marB="0" anchor="ctr">
                    <a:lnL w="9525" cap="flat" cmpd="sng" algn="ctr">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253919567"/>
                  </a:ext>
                </a:extLst>
              </a:tr>
              <a:tr h="390104">
                <a:tc>
                  <a:txBody>
                    <a:bodyPr/>
                    <a:lstStyle/>
                    <a:p>
                      <a:pPr marL="0" lvl="0" indent="0" algn="l" rtl="0">
                        <a:spcBef>
                          <a:spcPts val="0"/>
                        </a:spcBef>
                        <a:spcAft>
                          <a:spcPts val="0"/>
                        </a:spcAft>
                        <a:buNone/>
                      </a:pPr>
                      <a:r>
                        <a:rPr lang="es-ES" sz="1100" b="1" u="none" dirty="0">
                          <a:solidFill>
                            <a:schemeClr val="dk1"/>
                          </a:solidFill>
                          <a:latin typeface="Albert Sans"/>
                          <a:ea typeface="Albert Sans"/>
                          <a:cs typeface="Albert Sans"/>
                          <a:sym typeface="Albert Sans"/>
                        </a:rPr>
                        <a:t>Lenguajes utilizados</a:t>
                      </a:r>
                      <a:endParaRPr sz="1100" b="1" u="none" dirty="0">
                        <a:solidFill>
                          <a:schemeClr val="dk1"/>
                        </a:solidFill>
                        <a:latin typeface="Albert Sans"/>
                        <a:ea typeface="Albert Sans"/>
                        <a:cs typeface="Albert Sans"/>
                        <a:sym typeface="Albert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lgn="ctr">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ES" sz="1000" dirty="0">
                          <a:solidFill>
                            <a:schemeClr val="dk1"/>
                          </a:solidFill>
                          <a:latin typeface="Albert Sans"/>
                          <a:ea typeface="Albert Sans"/>
                          <a:cs typeface="Albert Sans"/>
                          <a:sym typeface="Albert Sans"/>
                        </a:rPr>
                        <a:t>La elección del lenguaje de programación dependerá de las necesidades y requisitos específicos de la aplicación.</a:t>
                      </a:r>
                      <a:endParaRPr sz="1000" dirty="0">
                        <a:solidFill>
                          <a:schemeClr val="dk1"/>
                        </a:solidFill>
                        <a:latin typeface="Albert Sans"/>
                        <a:ea typeface="Albert Sans"/>
                        <a:cs typeface="Albert Sans"/>
                        <a:sym typeface="Albert Sans"/>
                      </a:endParaRPr>
                    </a:p>
                  </a:txBody>
                  <a:tcPr marL="91425" marR="91425" marT="0" marB="0" anchor="ctr">
                    <a:lnL w="9525" cap="flat" cmpd="sng" algn="ctr">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119361270"/>
                  </a:ext>
                </a:extLst>
              </a:tr>
            </a:tbl>
          </a:graphicData>
        </a:graphic>
      </p:graphicFrame>
      <p:sp>
        <p:nvSpPr>
          <p:cNvPr id="242" name="Google Shape;242;p24"/>
          <p:cNvSpPr txBox="1"/>
          <p:nvPr/>
        </p:nvSpPr>
        <p:spPr>
          <a:xfrm>
            <a:off x="720000" y="1041225"/>
            <a:ext cx="77040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200" dirty="0">
                <a:solidFill>
                  <a:schemeClr val="dk1"/>
                </a:solidFill>
                <a:latin typeface="Albert Sans"/>
                <a:ea typeface="Albert Sans"/>
                <a:cs typeface="Albert Sans"/>
                <a:sym typeface="Albert Sans"/>
              </a:rPr>
              <a:t>Bien venidos a la exposición sobre parte de nuestro proyecto.</a:t>
            </a:r>
            <a:endParaRPr sz="1200" b="1" dirty="0">
              <a:solidFill>
                <a:schemeClr val="dk1"/>
              </a:solidFill>
              <a:latin typeface="Albert Sans"/>
              <a:ea typeface="Albert Sans"/>
              <a:cs typeface="Albert Sans"/>
              <a:sym typeface="Albert Sans"/>
            </a:endParaRPr>
          </a:p>
        </p:txBody>
      </p:sp>
      <p:sp>
        <p:nvSpPr>
          <p:cNvPr id="243" name="Google Shape;243;p24"/>
          <p:cNvSpPr txBox="1"/>
          <p:nvPr/>
        </p:nvSpPr>
        <p:spPr>
          <a:xfrm>
            <a:off x="2790600" y="4604000"/>
            <a:ext cx="3562800" cy="3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dirty="0">
                <a:solidFill>
                  <a:schemeClr val="dk1"/>
                </a:solidFill>
                <a:latin typeface="Albert Sans"/>
                <a:ea typeface="Albert Sans"/>
                <a:cs typeface="Albert Sans"/>
                <a:sym typeface="Albert Sans"/>
              </a:rPr>
              <a:t>Ubicación:</a:t>
            </a:r>
            <a:br>
              <a:rPr lang="en" sz="800" b="1" dirty="0">
                <a:solidFill>
                  <a:schemeClr val="dk1"/>
                </a:solidFill>
                <a:latin typeface="Albert Sans"/>
                <a:ea typeface="Albert Sans"/>
                <a:cs typeface="Albert Sans"/>
                <a:sym typeface="Albert Sans"/>
              </a:rPr>
            </a:br>
            <a:r>
              <a:rPr lang="en" sz="1000" b="1" u="sng" dirty="0">
                <a:solidFill>
                  <a:schemeClr val="dk1"/>
                </a:solidFill>
                <a:latin typeface="Albert Sans"/>
                <a:ea typeface="Albert Sans"/>
                <a:cs typeface="Albert Sans"/>
                <a:sym typeface="Albert Sans"/>
              </a:rPr>
              <a:t>Dirección General de Salud Ambiental, Las Delicias</a:t>
            </a:r>
            <a:endParaRPr sz="1000" b="1" u="sng" dirty="0">
              <a:solidFill>
                <a:schemeClr val="dk1"/>
              </a:solidFill>
              <a:latin typeface="Albert Sans"/>
              <a:ea typeface="Albert Sans"/>
              <a:cs typeface="Albert Sans"/>
              <a:sym typeface="Albert Sans"/>
            </a:endParaRPr>
          </a:p>
        </p:txBody>
      </p:sp>
      <p:pic>
        <p:nvPicPr>
          <p:cNvPr id="2" name="Imagen 1">
            <a:extLst>
              <a:ext uri="{FF2B5EF4-FFF2-40B4-BE49-F238E27FC236}">
                <a16:creationId xmlns:a16="http://schemas.microsoft.com/office/drawing/2014/main" id="{54092E52-2FC7-3E63-19FC-3EB61595C9F4}"/>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80093" y="4717563"/>
            <a:ext cx="369900" cy="369900"/>
          </a:xfrm>
          <a:prstGeom prst="rect">
            <a:avLst/>
          </a:prstGeom>
        </p:spPr>
      </p:pic>
      <p:pic>
        <p:nvPicPr>
          <p:cNvPr id="3" name="Imagen 2">
            <a:extLst>
              <a:ext uri="{FF2B5EF4-FFF2-40B4-BE49-F238E27FC236}">
                <a16:creationId xmlns:a16="http://schemas.microsoft.com/office/drawing/2014/main" id="{99A95BB3-296E-BDC6-D8D9-86B7BCD2AE19}"/>
              </a:ext>
            </a:extLst>
          </p:cNvPr>
          <p:cNvPicPr>
            <a:picLocks noChangeAspect="1"/>
          </p:cNvPicPr>
          <p:nvPr/>
        </p:nvPicPr>
        <p:blipFill>
          <a:blip r:embed="rId5"/>
          <a:stretch>
            <a:fillRect/>
          </a:stretch>
        </p:blipFill>
        <p:spPr>
          <a:xfrm>
            <a:off x="8716835" y="41480"/>
            <a:ext cx="386698" cy="3866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7"/>
          <p:cNvSpPr txBox="1">
            <a:spLocks noGrp="1"/>
          </p:cNvSpPr>
          <p:nvPr>
            <p:ph type="subTitle" idx="1"/>
          </p:nvPr>
        </p:nvSpPr>
        <p:spPr>
          <a:xfrm>
            <a:off x="4235250" y="1413998"/>
            <a:ext cx="4193400" cy="26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1600" dirty="0"/>
              <a:t> El objetivo del proyecto es Desarrollar un software que facilite la recopilación y revisión de información relacionada con la radiación en Venezuela, con el objetivo de obtener estadísticas precisas sobre la radiación en todo el país y ayudar a la comunidad a tomar decisiones sobre la exposición a la radiación y la seguridad ambiental.</a:t>
            </a:r>
            <a:endParaRPr sz="1600" dirty="0"/>
          </a:p>
        </p:txBody>
      </p:sp>
      <p:sp>
        <p:nvSpPr>
          <p:cNvPr id="369" name="Google Shape;369;p27"/>
          <p:cNvSpPr txBox="1">
            <a:spLocks noGrp="1"/>
          </p:cNvSpPr>
          <p:nvPr>
            <p:ph type="title"/>
          </p:nvPr>
        </p:nvSpPr>
        <p:spPr>
          <a:xfrm>
            <a:off x="4237075" y="538350"/>
            <a:ext cx="4193400" cy="10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Alcance</a:t>
            </a:r>
            <a:endParaRPr dirty="0"/>
          </a:p>
        </p:txBody>
      </p:sp>
      <p:grpSp>
        <p:nvGrpSpPr>
          <p:cNvPr id="370" name="Google Shape;370;p27"/>
          <p:cNvGrpSpPr/>
          <p:nvPr/>
        </p:nvGrpSpPr>
        <p:grpSpPr>
          <a:xfrm>
            <a:off x="4279803" y="1161409"/>
            <a:ext cx="4107944" cy="113050"/>
            <a:chOff x="720125" y="3734875"/>
            <a:chExt cx="7721700" cy="113050"/>
          </a:xfrm>
        </p:grpSpPr>
        <p:cxnSp>
          <p:nvCxnSpPr>
            <p:cNvPr id="371" name="Google Shape;371;p27"/>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27"/>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373" name="Google Shape;373;p27"/>
          <p:cNvCxnSpPr/>
          <p:nvPr/>
        </p:nvCxnSpPr>
        <p:spPr>
          <a:xfrm>
            <a:off x="4103835" y="649800"/>
            <a:ext cx="0" cy="3790800"/>
          </a:xfrm>
          <a:prstGeom prst="straightConnector1">
            <a:avLst/>
          </a:prstGeom>
          <a:noFill/>
          <a:ln w="9525" cap="flat" cmpd="sng">
            <a:solidFill>
              <a:schemeClr val="dk2"/>
            </a:solidFill>
            <a:prstDash val="solid"/>
            <a:round/>
            <a:headEnd type="none" w="med" len="med"/>
            <a:tailEnd type="none" w="med" len="med"/>
          </a:ln>
        </p:spPr>
      </p:cxnSp>
      <p:pic>
        <p:nvPicPr>
          <p:cNvPr id="5" name="Marcador de posición de imagen 4">
            <a:extLst>
              <a:ext uri="{FF2B5EF4-FFF2-40B4-BE49-F238E27FC236}">
                <a16:creationId xmlns:a16="http://schemas.microsoft.com/office/drawing/2014/main" id="{1C065CF6-CEF1-F73E-45E8-DD0E717211A6}"/>
              </a:ext>
            </a:extLst>
          </p:cNvPr>
          <p:cNvPicPr>
            <a:picLocks noGrp="1" noChangeAspect="1"/>
          </p:cNvPicPr>
          <p:nvPr>
            <p:ph type="pic" idx="2"/>
          </p:nvPr>
        </p:nvPicPr>
        <p:blipFill>
          <a:blip r:embed="rId3">
            <a:extLst>
              <a:ext uri="{BEBA8EAE-BF5A-486C-A8C5-ECC9F3942E4B}">
                <a14:imgProps xmlns:a14="http://schemas.microsoft.com/office/drawing/2010/main">
                  <a14:imgLayer r:embed="rId4">
                    <a14:imgEffect>
                      <a14:artisticPaintStrokes/>
                    </a14:imgEffect>
                  </a14:imgLayer>
                </a14:imgProps>
              </a:ext>
            </a:extLst>
          </a:blip>
          <a:srcRect l="8029" r="8029"/>
          <a:stretch>
            <a:fillRect/>
          </a:stretch>
        </p:blipFill>
        <p:spPr/>
      </p:pic>
      <p:pic>
        <p:nvPicPr>
          <p:cNvPr id="6" name="Imagen 5">
            <a:extLst>
              <a:ext uri="{FF2B5EF4-FFF2-40B4-BE49-F238E27FC236}">
                <a16:creationId xmlns:a16="http://schemas.microsoft.com/office/drawing/2014/main" id="{CF72BE73-17E9-1425-AB4F-EDE2FBDF8325}"/>
              </a:ext>
            </a:extLst>
          </p:cNvPr>
          <p:cNvPicPr>
            <a:picLocks noChangeAspect="1"/>
          </p:cNvPicPr>
          <p:nvPr/>
        </p:nvPicPr>
        <p:blipFill>
          <a:blip r:embed="rId5"/>
          <a:stretch>
            <a:fillRect/>
          </a:stretch>
        </p:blipFill>
        <p:spPr>
          <a:xfrm>
            <a:off x="8576671" y="4684191"/>
            <a:ext cx="369900" cy="369900"/>
          </a:xfrm>
          <a:prstGeom prst="rect">
            <a:avLst/>
          </a:prstGeom>
        </p:spPr>
      </p:pic>
      <p:pic>
        <p:nvPicPr>
          <p:cNvPr id="7" name="Imagen 6">
            <a:extLst>
              <a:ext uri="{FF2B5EF4-FFF2-40B4-BE49-F238E27FC236}">
                <a16:creationId xmlns:a16="http://schemas.microsoft.com/office/drawing/2014/main" id="{9886EA15-334C-D9C1-63F4-604DFC0C2538}"/>
              </a:ext>
            </a:extLst>
          </p:cNvPr>
          <p:cNvPicPr>
            <a:picLocks noChangeAspect="1"/>
          </p:cNvPicPr>
          <p:nvPr/>
        </p:nvPicPr>
        <p:blipFill>
          <a:blip r:embed="rId6">
            <a:extLst>
              <a:ext uri="{BEBA8EAE-BF5A-486C-A8C5-ECC9F3942E4B}">
                <a14:imgProps xmlns:a14="http://schemas.microsoft.com/office/drawing/2010/main">
                  <a14:imgLayer r:embed="rId7">
                    <a14:imgEffect>
                      <a14:artisticPhotocopy/>
                    </a14:imgEffect>
                  </a14:imgLayer>
                </a14:imgProps>
              </a:ext>
            </a:extLst>
          </a:blip>
          <a:stretch>
            <a:fillRect/>
          </a:stretch>
        </p:blipFill>
        <p:spPr>
          <a:xfrm>
            <a:off x="73419" y="65469"/>
            <a:ext cx="369900" cy="369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5"/>
          <p:cNvSpPr txBox="1">
            <a:spLocks noGrp="1"/>
          </p:cNvSpPr>
          <p:nvPr>
            <p:ph type="title"/>
          </p:nvPr>
        </p:nvSpPr>
        <p:spPr>
          <a:xfrm>
            <a:off x="719975"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Entorno Tecnológico</a:t>
            </a:r>
            <a:endParaRPr dirty="0"/>
          </a:p>
        </p:txBody>
      </p:sp>
      <p:sp>
        <p:nvSpPr>
          <p:cNvPr id="251" name="Google Shape;251;p25"/>
          <p:cNvSpPr txBox="1">
            <a:spLocks noGrp="1"/>
          </p:cNvSpPr>
          <p:nvPr>
            <p:ph type="subTitle" idx="1"/>
          </p:nvPr>
        </p:nvSpPr>
        <p:spPr>
          <a:xfrm>
            <a:off x="719974" y="2782933"/>
            <a:ext cx="3438209" cy="16772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VE" dirty="0"/>
              <a:t>HTML, CSS, JavaScript, PHP.</a:t>
            </a:r>
          </a:p>
          <a:p>
            <a:pPr marL="171450" lvl="0" indent="-171450" algn="l" rtl="0">
              <a:spcBef>
                <a:spcPts val="0"/>
              </a:spcBef>
              <a:spcAft>
                <a:spcPts val="0"/>
              </a:spcAft>
              <a:buFont typeface="Wingdings" panose="05000000000000000000" pitchFamily="2" charset="2"/>
              <a:buChar char="v"/>
            </a:pPr>
            <a:r>
              <a:rPr lang="es-ES" dirty="0"/>
              <a:t>HTML es el lenguaje de marcado utilizado para crear la estructura de las páginas web.</a:t>
            </a:r>
          </a:p>
          <a:p>
            <a:pPr marL="171450" lvl="0" indent="-171450" algn="l" rtl="0">
              <a:spcBef>
                <a:spcPts val="0"/>
              </a:spcBef>
              <a:spcAft>
                <a:spcPts val="0"/>
              </a:spcAft>
              <a:buFont typeface="Wingdings" panose="05000000000000000000" pitchFamily="2" charset="2"/>
              <a:buChar char="v"/>
            </a:pPr>
            <a:r>
              <a:rPr lang="es-ES" dirty="0"/>
              <a:t>JavaScript es un lenguaje de programación utilizado para crear interactividad en las páginas web.</a:t>
            </a:r>
          </a:p>
          <a:p>
            <a:pPr marL="171450" lvl="0" indent="-171450" algn="l" rtl="0">
              <a:spcBef>
                <a:spcPts val="0"/>
              </a:spcBef>
              <a:spcAft>
                <a:spcPts val="0"/>
              </a:spcAft>
              <a:buFont typeface="Wingdings" panose="05000000000000000000" pitchFamily="2" charset="2"/>
              <a:buChar char="v"/>
            </a:pPr>
            <a:r>
              <a:rPr lang="es-ES" dirty="0"/>
              <a:t>PHP es un lenguaje de programación utilizado para el desarrollo de sitios web dinámicos y aplicaciones web.</a:t>
            </a:r>
            <a:endParaRPr dirty="0"/>
          </a:p>
        </p:txBody>
      </p:sp>
      <p:sp>
        <p:nvSpPr>
          <p:cNvPr id="253" name="Google Shape;253;p25"/>
          <p:cNvSpPr txBox="1">
            <a:spLocks noGrp="1"/>
          </p:cNvSpPr>
          <p:nvPr>
            <p:ph type="subTitle" idx="4"/>
          </p:nvPr>
        </p:nvSpPr>
        <p:spPr>
          <a:xfrm>
            <a:off x="5109324" y="2916021"/>
            <a:ext cx="3261320" cy="140525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S" dirty="0"/>
              <a:t>MySQL. </a:t>
            </a:r>
          </a:p>
          <a:p>
            <a:pPr marL="171450" lvl="0" indent="-171450" algn="just" rtl="0">
              <a:spcBef>
                <a:spcPts val="0"/>
              </a:spcBef>
              <a:spcAft>
                <a:spcPts val="0"/>
              </a:spcAft>
              <a:buFont typeface="Wingdings" panose="05000000000000000000" pitchFamily="2" charset="2"/>
              <a:buChar char="v"/>
            </a:pPr>
            <a:r>
              <a:rPr lang="es-ES" dirty="0"/>
              <a:t>SQL (</a:t>
            </a:r>
            <a:r>
              <a:rPr lang="es-ES" dirty="0" err="1"/>
              <a:t>Structured</a:t>
            </a:r>
            <a:r>
              <a:rPr lang="es-ES" dirty="0"/>
              <a:t> </a:t>
            </a:r>
            <a:r>
              <a:rPr lang="es-ES" dirty="0" err="1"/>
              <a:t>Query</a:t>
            </a:r>
            <a:r>
              <a:rPr lang="es-ES" dirty="0"/>
              <a:t> </a:t>
            </a:r>
            <a:r>
              <a:rPr lang="es-ES" dirty="0" err="1"/>
              <a:t>Language</a:t>
            </a:r>
            <a:r>
              <a:rPr lang="es-ES" dirty="0"/>
              <a:t>) es un lenguaje de consulta utilizado para interactuar con bases de datos relacionales. SQL permite a los usuarios crear, modificar y consultar bases de datos relacionales</a:t>
            </a:r>
            <a:endParaRPr dirty="0"/>
          </a:p>
        </p:txBody>
      </p:sp>
      <p:sp>
        <p:nvSpPr>
          <p:cNvPr id="256" name="Google Shape;256;p25"/>
          <p:cNvSpPr txBox="1">
            <a:spLocks noGrp="1"/>
          </p:cNvSpPr>
          <p:nvPr>
            <p:ph type="title" idx="7"/>
          </p:nvPr>
        </p:nvSpPr>
        <p:spPr>
          <a:xfrm>
            <a:off x="1251266" y="1678451"/>
            <a:ext cx="2305500" cy="79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VE" sz="1800" dirty="0"/>
              <a:t>Lenguajes de programación</a:t>
            </a:r>
            <a:endParaRPr sz="1800" dirty="0"/>
          </a:p>
        </p:txBody>
      </p:sp>
      <p:sp>
        <p:nvSpPr>
          <p:cNvPr id="257" name="Google Shape;257;p25"/>
          <p:cNvSpPr txBox="1">
            <a:spLocks noGrp="1"/>
          </p:cNvSpPr>
          <p:nvPr>
            <p:ph type="title" idx="8"/>
          </p:nvPr>
        </p:nvSpPr>
        <p:spPr>
          <a:xfrm>
            <a:off x="5587234" y="1802892"/>
            <a:ext cx="2305500" cy="47598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VE" sz="1800" dirty="0"/>
              <a:t>Bases de datos</a:t>
            </a:r>
            <a:endParaRPr sz="1800" dirty="0"/>
          </a:p>
        </p:txBody>
      </p:sp>
      <p:grpSp>
        <p:nvGrpSpPr>
          <p:cNvPr id="260" name="Google Shape;260;p25"/>
          <p:cNvGrpSpPr/>
          <p:nvPr/>
        </p:nvGrpSpPr>
        <p:grpSpPr>
          <a:xfrm>
            <a:off x="728478" y="2558475"/>
            <a:ext cx="7703940" cy="113050"/>
            <a:chOff x="720125" y="3734875"/>
            <a:chExt cx="7721700" cy="113050"/>
          </a:xfrm>
        </p:grpSpPr>
        <p:cxnSp>
          <p:nvCxnSpPr>
            <p:cNvPr id="261" name="Google Shape;261;p25"/>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262" name="Google Shape;262;p25"/>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263" name="Google Shape;263;p25"/>
          <p:cNvCxnSpPr/>
          <p:nvPr/>
        </p:nvCxnSpPr>
        <p:spPr>
          <a:xfrm>
            <a:off x="4363701" y="2782933"/>
            <a:ext cx="0" cy="1677300"/>
          </a:xfrm>
          <a:prstGeom prst="straightConnector1">
            <a:avLst/>
          </a:prstGeom>
          <a:noFill/>
          <a:ln w="9525" cap="flat" cmpd="sng">
            <a:solidFill>
              <a:schemeClr val="dk2"/>
            </a:solidFill>
            <a:prstDash val="solid"/>
            <a:round/>
            <a:headEnd type="none" w="med" len="med"/>
            <a:tailEnd type="none" w="med" len="med"/>
          </a:ln>
        </p:spPr>
      </p:cxnSp>
      <p:cxnSp>
        <p:nvCxnSpPr>
          <p:cNvPr id="265" name="Google Shape;265;p25"/>
          <p:cNvCxnSpPr/>
          <p:nvPr/>
        </p:nvCxnSpPr>
        <p:spPr>
          <a:xfrm>
            <a:off x="4363701" y="1632133"/>
            <a:ext cx="0" cy="796800"/>
          </a:xfrm>
          <a:prstGeom prst="straightConnector1">
            <a:avLst/>
          </a:prstGeom>
          <a:noFill/>
          <a:ln w="9525" cap="flat" cmpd="sng">
            <a:solidFill>
              <a:schemeClr val="dk2"/>
            </a:solidFill>
            <a:prstDash val="solid"/>
            <a:round/>
            <a:headEnd type="none" w="med" len="med"/>
            <a:tailEnd type="none" w="med" len="med"/>
          </a:ln>
        </p:spPr>
      </p:cxnSp>
      <p:pic>
        <p:nvPicPr>
          <p:cNvPr id="13" name="Imagen 12">
            <a:extLst>
              <a:ext uri="{FF2B5EF4-FFF2-40B4-BE49-F238E27FC236}">
                <a16:creationId xmlns:a16="http://schemas.microsoft.com/office/drawing/2014/main" id="{E3DA4834-E743-E0D2-ADFB-E5AB25797253}"/>
              </a:ext>
            </a:extLst>
          </p:cNvPr>
          <p:cNvPicPr>
            <a:picLocks noChangeAspect="1"/>
          </p:cNvPicPr>
          <p:nvPr/>
        </p:nvPicPr>
        <p:blipFill>
          <a:blip r:embed="rId3"/>
          <a:stretch>
            <a:fillRect/>
          </a:stretch>
        </p:blipFill>
        <p:spPr>
          <a:xfrm rot="416267">
            <a:off x="371820" y="1281541"/>
            <a:ext cx="696310" cy="696310"/>
          </a:xfrm>
          <a:prstGeom prst="rect">
            <a:avLst/>
          </a:prstGeom>
        </p:spPr>
      </p:pic>
      <p:pic>
        <p:nvPicPr>
          <p:cNvPr id="15" name="Imagen 14">
            <a:extLst>
              <a:ext uri="{FF2B5EF4-FFF2-40B4-BE49-F238E27FC236}">
                <a16:creationId xmlns:a16="http://schemas.microsoft.com/office/drawing/2014/main" id="{9353EF0E-5216-A19B-12F6-9FC757B33F24}"/>
              </a:ext>
            </a:extLst>
          </p:cNvPr>
          <p:cNvPicPr>
            <a:picLocks noChangeAspect="1"/>
          </p:cNvPicPr>
          <p:nvPr/>
        </p:nvPicPr>
        <p:blipFill>
          <a:blip r:embed="rId4"/>
          <a:stretch>
            <a:fillRect/>
          </a:stretch>
        </p:blipFill>
        <p:spPr>
          <a:xfrm rot="20785758">
            <a:off x="169829" y="4047780"/>
            <a:ext cx="546988" cy="546988"/>
          </a:xfrm>
          <a:prstGeom prst="rect">
            <a:avLst/>
          </a:prstGeom>
        </p:spPr>
      </p:pic>
      <p:pic>
        <p:nvPicPr>
          <p:cNvPr id="19" name="Imagen 18">
            <a:extLst>
              <a:ext uri="{FF2B5EF4-FFF2-40B4-BE49-F238E27FC236}">
                <a16:creationId xmlns:a16="http://schemas.microsoft.com/office/drawing/2014/main" id="{63E0B485-EDFA-2A4D-B5D8-DD0FE6D631BB}"/>
              </a:ext>
            </a:extLst>
          </p:cNvPr>
          <p:cNvPicPr>
            <a:picLocks noChangeAspect="1"/>
          </p:cNvPicPr>
          <p:nvPr/>
        </p:nvPicPr>
        <p:blipFill>
          <a:blip r:embed="rId5"/>
          <a:stretch>
            <a:fillRect/>
          </a:stretch>
        </p:blipFill>
        <p:spPr>
          <a:xfrm rot="624883">
            <a:off x="3884916" y="4387252"/>
            <a:ext cx="803144" cy="803144"/>
          </a:xfrm>
          <a:prstGeom prst="rect">
            <a:avLst/>
          </a:prstGeom>
        </p:spPr>
      </p:pic>
      <p:pic>
        <p:nvPicPr>
          <p:cNvPr id="21" name="Imagen 20">
            <a:extLst>
              <a:ext uri="{FF2B5EF4-FFF2-40B4-BE49-F238E27FC236}">
                <a16:creationId xmlns:a16="http://schemas.microsoft.com/office/drawing/2014/main" id="{9C412059-5188-C60B-EE5F-89D98C1C2D51}"/>
              </a:ext>
            </a:extLst>
          </p:cNvPr>
          <p:cNvPicPr>
            <a:picLocks noChangeAspect="1"/>
          </p:cNvPicPr>
          <p:nvPr/>
        </p:nvPicPr>
        <p:blipFill>
          <a:blip r:embed="rId6"/>
          <a:stretch>
            <a:fillRect/>
          </a:stretch>
        </p:blipFill>
        <p:spPr>
          <a:xfrm rot="21267848">
            <a:off x="8076541" y="1634182"/>
            <a:ext cx="711754" cy="711754"/>
          </a:xfrm>
          <a:prstGeom prst="rect">
            <a:avLst/>
          </a:prstGeom>
        </p:spPr>
      </p:pic>
      <p:pic>
        <p:nvPicPr>
          <p:cNvPr id="22" name="Imagen 21">
            <a:extLst>
              <a:ext uri="{FF2B5EF4-FFF2-40B4-BE49-F238E27FC236}">
                <a16:creationId xmlns:a16="http://schemas.microsoft.com/office/drawing/2014/main" id="{411E7482-3F69-1AE4-3B8B-E841A3A209A5}"/>
              </a:ext>
            </a:extLst>
          </p:cNvPr>
          <p:cNvPicPr>
            <a:picLocks noChangeAspect="1"/>
          </p:cNvPicPr>
          <p:nvPr/>
        </p:nvPicPr>
        <p:blipFill>
          <a:blip r:embed="rId7">
            <a:extLst>
              <a:ext uri="{BEBA8EAE-BF5A-486C-A8C5-ECC9F3942E4B}">
                <a14:imgProps xmlns:a14="http://schemas.microsoft.com/office/drawing/2010/main">
                  <a14:imgLayer r:embed="rId8">
                    <a14:imgEffect>
                      <a14:artisticPhotocopy/>
                    </a14:imgEffect>
                  </a14:imgLayer>
                </a14:imgProps>
              </a:ext>
            </a:extLst>
          </a:blip>
          <a:stretch>
            <a:fillRect/>
          </a:stretch>
        </p:blipFill>
        <p:spPr>
          <a:xfrm>
            <a:off x="80093" y="4717563"/>
            <a:ext cx="369900" cy="369900"/>
          </a:xfrm>
          <a:prstGeom prst="rect">
            <a:avLst/>
          </a:prstGeom>
        </p:spPr>
      </p:pic>
      <p:pic>
        <p:nvPicPr>
          <p:cNvPr id="23" name="Imagen 22">
            <a:extLst>
              <a:ext uri="{FF2B5EF4-FFF2-40B4-BE49-F238E27FC236}">
                <a16:creationId xmlns:a16="http://schemas.microsoft.com/office/drawing/2014/main" id="{65CA92C0-FAEA-1C4A-A6CD-3D41AEBF6C69}"/>
              </a:ext>
            </a:extLst>
          </p:cNvPr>
          <p:cNvPicPr>
            <a:picLocks noChangeAspect="1"/>
          </p:cNvPicPr>
          <p:nvPr/>
        </p:nvPicPr>
        <p:blipFill>
          <a:blip r:embed="rId9"/>
          <a:stretch>
            <a:fillRect/>
          </a:stretch>
        </p:blipFill>
        <p:spPr>
          <a:xfrm>
            <a:off x="8695699" y="111079"/>
            <a:ext cx="369900" cy="369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11" name="Imagen 10">
            <a:extLst>
              <a:ext uri="{FF2B5EF4-FFF2-40B4-BE49-F238E27FC236}">
                <a16:creationId xmlns:a16="http://schemas.microsoft.com/office/drawing/2014/main" id="{1F3C24F3-F6F7-4095-5770-737D41FDABB9}"/>
              </a:ext>
            </a:extLst>
          </p:cNvPr>
          <p:cNvPicPr>
            <a:picLocks noChangeAspect="1"/>
          </p:cNvPicPr>
          <p:nvPr/>
        </p:nvPicPr>
        <p:blipFill>
          <a:blip r:embed="rId3"/>
          <a:stretch>
            <a:fillRect/>
          </a:stretch>
        </p:blipFill>
        <p:spPr>
          <a:xfrm>
            <a:off x="8643416" y="4659630"/>
            <a:ext cx="369900" cy="369900"/>
          </a:xfrm>
          <a:prstGeom prst="rect">
            <a:avLst/>
          </a:prstGeom>
        </p:spPr>
      </p:pic>
      <p:sp>
        <p:nvSpPr>
          <p:cNvPr id="249" name="Google Shape;249;p25"/>
          <p:cNvSpPr txBox="1">
            <a:spLocks noGrp="1"/>
          </p:cNvSpPr>
          <p:nvPr>
            <p:ph type="title"/>
          </p:nvPr>
        </p:nvSpPr>
        <p:spPr>
          <a:xfrm>
            <a:off x="719975"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Entorno Tecnológico</a:t>
            </a:r>
            <a:endParaRPr dirty="0"/>
          </a:p>
        </p:txBody>
      </p:sp>
      <p:sp>
        <p:nvSpPr>
          <p:cNvPr id="251" name="Google Shape;251;p25"/>
          <p:cNvSpPr txBox="1">
            <a:spLocks noGrp="1"/>
          </p:cNvSpPr>
          <p:nvPr>
            <p:ph type="subTitle" idx="1"/>
          </p:nvPr>
        </p:nvSpPr>
        <p:spPr>
          <a:xfrm>
            <a:off x="937566" y="2917808"/>
            <a:ext cx="2926941" cy="1522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Apache. </a:t>
            </a:r>
          </a:p>
          <a:p>
            <a:pPr marL="171450" lvl="0" indent="-171450" algn="just" rtl="0">
              <a:spcBef>
                <a:spcPts val="0"/>
              </a:spcBef>
              <a:spcAft>
                <a:spcPts val="0"/>
              </a:spcAft>
              <a:buFont typeface="Wingdings" panose="05000000000000000000" pitchFamily="2" charset="2"/>
              <a:buChar char="v"/>
            </a:pPr>
            <a:r>
              <a:rPr lang="es-ES" dirty="0"/>
              <a:t>Apache es un servidor web de uso gratuito y de código abierto, que se utiliza para alojar y servir sitios web a través de Internet.</a:t>
            </a:r>
            <a:endParaRPr dirty="0"/>
          </a:p>
        </p:txBody>
      </p:sp>
      <p:sp>
        <p:nvSpPr>
          <p:cNvPr id="253" name="Google Shape;253;p25"/>
          <p:cNvSpPr txBox="1">
            <a:spLocks noGrp="1"/>
          </p:cNvSpPr>
          <p:nvPr>
            <p:ph type="subTitle" idx="4"/>
          </p:nvPr>
        </p:nvSpPr>
        <p:spPr>
          <a:xfrm>
            <a:off x="5019903" y="2917806"/>
            <a:ext cx="3303111" cy="13671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Bootstrap.</a:t>
            </a:r>
          </a:p>
          <a:p>
            <a:pPr marL="171450" lvl="0" indent="-171450" algn="just" rtl="0">
              <a:spcBef>
                <a:spcPts val="0"/>
              </a:spcBef>
              <a:spcAft>
                <a:spcPts val="0"/>
              </a:spcAft>
              <a:buFont typeface="Wingdings" panose="05000000000000000000" pitchFamily="2" charset="2"/>
              <a:buChar char="v"/>
            </a:pPr>
            <a:r>
              <a:rPr lang="es-ES" dirty="0"/>
              <a:t>Bootstrap proporciona un conjunto de herramientas y componentes predefinidos que permiten a los desarrolladores crear páginas web y aplicaciones web de manera rápida y fácil.</a:t>
            </a:r>
            <a:endParaRPr dirty="0"/>
          </a:p>
        </p:txBody>
      </p:sp>
      <p:sp>
        <p:nvSpPr>
          <p:cNvPr id="256" name="Google Shape;256;p25"/>
          <p:cNvSpPr txBox="1">
            <a:spLocks noGrp="1"/>
          </p:cNvSpPr>
          <p:nvPr>
            <p:ph type="title" idx="7"/>
          </p:nvPr>
        </p:nvSpPr>
        <p:spPr>
          <a:xfrm>
            <a:off x="1251266" y="1678451"/>
            <a:ext cx="2305500" cy="79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VE" sz="1800" dirty="0"/>
              <a:t>Servidores web</a:t>
            </a:r>
            <a:endParaRPr sz="1800" dirty="0"/>
          </a:p>
        </p:txBody>
      </p:sp>
      <p:sp>
        <p:nvSpPr>
          <p:cNvPr id="257" name="Google Shape;257;p25"/>
          <p:cNvSpPr txBox="1">
            <a:spLocks noGrp="1"/>
          </p:cNvSpPr>
          <p:nvPr>
            <p:ph type="title" idx="8"/>
          </p:nvPr>
        </p:nvSpPr>
        <p:spPr>
          <a:xfrm>
            <a:off x="5587234" y="1669536"/>
            <a:ext cx="2305500" cy="79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VE" sz="1800" dirty="0" err="1"/>
              <a:t>Frameworks</a:t>
            </a:r>
            <a:r>
              <a:rPr lang="es-VE" sz="1800" dirty="0"/>
              <a:t> y librerías</a:t>
            </a:r>
            <a:endParaRPr sz="1800" dirty="0"/>
          </a:p>
        </p:txBody>
      </p:sp>
      <p:grpSp>
        <p:nvGrpSpPr>
          <p:cNvPr id="260" name="Google Shape;260;p25"/>
          <p:cNvGrpSpPr/>
          <p:nvPr/>
        </p:nvGrpSpPr>
        <p:grpSpPr>
          <a:xfrm>
            <a:off x="728478" y="2558475"/>
            <a:ext cx="7703940" cy="113050"/>
            <a:chOff x="720125" y="3734875"/>
            <a:chExt cx="7721700" cy="113050"/>
          </a:xfrm>
        </p:grpSpPr>
        <p:cxnSp>
          <p:nvCxnSpPr>
            <p:cNvPr id="261" name="Google Shape;261;p25"/>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262" name="Google Shape;262;p25"/>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263" name="Google Shape;263;p25"/>
          <p:cNvCxnSpPr/>
          <p:nvPr/>
        </p:nvCxnSpPr>
        <p:spPr>
          <a:xfrm>
            <a:off x="4363701" y="2782933"/>
            <a:ext cx="0" cy="1677300"/>
          </a:xfrm>
          <a:prstGeom prst="straightConnector1">
            <a:avLst/>
          </a:prstGeom>
          <a:noFill/>
          <a:ln w="9525" cap="flat" cmpd="sng">
            <a:solidFill>
              <a:schemeClr val="dk2"/>
            </a:solidFill>
            <a:prstDash val="solid"/>
            <a:round/>
            <a:headEnd type="none" w="med" len="med"/>
            <a:tailEnd type="none" w="med" len="med"/>
          </a:ln>
        </p:spPr>
      </p:cxnSp>
      <p:cxnSp>
        <p:nvCxnSpPr>
          <p:cNvPr id="265" name="Google Shape;265;p25"/>
          <p:cNvCxnSpPr/>
          <p:nvPr/>
        </p:nvCxnSpPr>
        <p:spPr>
          <a:xfrm>
            <a:off x="4363701" y="1632133"/>
            <a:ext cx="0" cy="796800"/>
          </a:xfrm>
          <a:prstGeom prst="straightConnector1">
            <a:avLst/>
          </a:prstGeom>
          <a:noFill/>
          <a:ln w="9525" cap="flat" cmpd="sng">
            <a:solidFill>
              <a:schemeClr val="dk2"/>
            </a:solidFill>
            <a:prstDash val="solid"/>
            <a:round/>
            <a:headEnd type="none" w="med" len="med"/>
            <a:tailEnd type="none" w="med" len="med"/>
          </a:ln>
        </p:spPr>
      </p:cxnSp>
      <p:pic>
        <p:nvPicPr>
          <p:cNvPr id="7" name="Imagen 6">
            <a:extLst>
              <a:ext uri="{FF2B5EF4-FFF2-40B4-BE49-F238E27FC236}">
                <a16:creationId xmlns:a16="http://schemas.microsoft.com/office/drawing/2014/main" id="{E720A0DE-5F35-E1AF-3392-2EEE7241BC6B}"/>
              </a:ext>
            </a:extLst>
          </p:cNvPr>
          <p:cNvPicPr>
            <a:picLocks noChangeAspect="1"/>
          </p:cNvPicPr>
          <p:nvPr/>
        </p:nvPicPr>
        <p:blipFill>
          <a:blip r:embed="rId4"/>
          <a:stretch>
            <a:fillRect/>
          </a:stretch>
        </p:blipFill>
        <p:spPr>
          <a:xfrm rot="21220580">
            <a:off x="268357" y="1440245"/>
            <a:ext cx="903235" cy="903235"/>
          </a:xfrm>
          <a:prstGeom prst="rect">
            <a:avLst/>
          </a:prstGeom>
        </p:spPr>
      </p:pic>
      <p:pic>
        <p:nvPicPr>
          <p:cNvPr id="9" name="Imagen 8">
            <a:extLst>
              <a:ext uri="{FF2B5EF4-FFF2-40B4-BE49-F238E27FC236}">
                <a16:creationId xmlns:a16="http://schemas.microsoft.com/office/drawing/2014/main" id="{95D28B8C-EC2C-5FDC-EFEA-6723D7EDF6B1}"/>
              </a:ext>
            </a:extLst>
          </p:cNvPr>
          <p:cNvPicPr>
            <a:picLocks noChangeAspect="1"/>
          </p:cNvPicPr>
          <p:nvPr/>
        </p:nvPicPr>
        <p:blipFill>
          <a:blip r:embed="rId5"/>
          <a:stretch>
            <a:fillRect/>
          </a:stretch>
        </p:blipFill>
        <p:spPr>
          <a:xfrm rot="621731">
            <a:off x="7833742" y="3970959"/>
            <a:ext cx="978545" cy="978545"/>
          </a:xfrm>
          <a:prstGeom prst="rect">
            <a:avLst/>
          </a:prstGeom>
        </p:spPr>
      </p:pic>
      <p:pic>
        <p:nvPicPr>
          <p:cNvPr id="10" name="Imagen 9">
            <a:extLst>
              <a:ext uri="{FF2B5EF4-FFF2-40B4-BE49-F238E27FC236}">
                <a16:creationId xmlns:a16="http://schemas.microsoft.com/office/drawing/2014/main" id="{140A7A52-AEC5-8A60-DD08-26B5276971A7}"/>
              </a:ext>
            </a:extLst>
          </p:cNvPr>
          <p:cNvPicPr>
            <a:picLocks noChangeAspect="1"/>
          </p:cNvPicPr>
          <p:nvPr/>
        </p:nvPicPr>
        <p:blipFill>
          <a:blip r:embed="rId3"/>
          <a:stretch>
            <a:fillRect/>
          </a:stretch>
        </p:blipFill>
        <p:spPr>
          <a:xfrm>
            <a:off x="93442" y="78818"/>
            <a:ext cx="369900" cy="369900"/>
          </a:xfrm>
          <a:prstGeom prst="rect">
            <a:avLst/>
          </a:prstGeom>
        </p:spPr>
      </p:pic>
    </p:spTree>
    <p:extLst>
      <p:ext uri="{BB962C8B-B14F-4D97-AF65-F5344CB8AC3E}">
        <p14:creationId xmlns:p14="http://schemas.microsoft.com/office/powerpoint/2010/main" val="3916207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6"/>
          <p:cNvSpPr txBox="1">
            <a:spLocks noGrp="1"/>
          </p:cNvSpPr>
          <p:nvPr>
            <p:ph type="title"/>
          </p:nvPr>
        </p:nvSpPr>
        <p:spPr>
          <a:xfrm>
            <a:off x="3292200" y="841825"/>
            <a:ext cx="5138700" cy="154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Estándares y Normas</a:t>
            </a:r>
            <a:endParaRPr dirty="0"/>
          </a:p>
        </p:txBody>
      </p:sp>
      <p:sp>
        <p:nvSpPr>
          <p:cNvPr id="272" name="Google Shape;272;p26"/>
          <p:cNvSpPr txBox="1">
            <a:spLocks noGrp="1"/>
          </p:cNvSpPr>
          <p:nvPr>
            <p:ph type="subTitle" idx="1"/>
          </p:nvPr>
        </p:nvSpPr>
        <p:spPr>
          <a:xfrm>
            <a:off x="3292200" y="3101799"/>
            <a:ext cx="5138700" cy="890375"/>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ES" sz="1600" dirty="0">
                <a:solidFill>
                  <a:schemeClr val="dk1"/>
                </a:solidFill>
                <a:latin typeface="Albert Sans"/>
                <a:ea typeface="Albert Sans"/>
                <a:cs typeface="Albert Sans"/>
                <a:sym typeface="Albert Sans"/>
              </a:rPr>
              <a:t>Son reglas y directrices que se utilizan para garantizar la calidad, la coherencia y la interoperabilidad.</a:t>
            </a:r>
          </a:p>
        </p:txBody>
      </p:sp>
      <p:grpSp>
        <p:nvGrpSpPr>
          <p:cNvPr id="273" name="Google Shape;273;p26"/>
          <p:cNvGrpSpPr/>
          <p:nvPr/>
        </p:nvGrpSpPr>
        <p:grpSpPr>
          <a:xfrm>
            <a:off x="720125" y="4192075"/>
            <a:ext cx="7721700" cy="113050"/>
            <a:chOff x="720125" y="3734875"/>
            <a:chExt cx="7721700" cy="113050"/>
          </a:xfrm>
        </p:grpSpPr>
        <p:cxnSp>
          <p:nvCxnSpPr>
            <p:cNvPr id="274" name="Google Shape;274;p26"/>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275" name="Google Shape;275;p26"/>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276" name="Google Shape;276;p26"/>
          <p:cNvGrpSpPr/>
          <p:nvPr/>
        </p:nvGrpSpPr>
        <p:grpSpPr>
          <a:xfrm>
            <a:off x="720121" y="1947225"/>
            <a:ext cx="2261686" cy="113050"/>
            <a:chOff x="720125" y="3734875"/>
            <a:chExt cx="7721700" cy="113050"/>
          </a:xfrm>
        </p:grpSpPr>
        <p:cxnSp>
          <p:nvCxnSpPr>
            <p:cNvPr id="277" name="Google Shape;277;p26"/>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278" name="Google Shape;278;p26"/>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279" name="Google Shape;279;p26"/>
          <p:cNvCxnSpPr/>
          <p:nvPr/>
        </p:nvCxnSpPr>
        <p:spPr>
          <a:xfrm>
            <a:off x="3157600" y="635350"/>
            <a:ext cx="0" cy="3311700"/>
          </a:xfrm>
          <a:prstGeom prst="straightConnector1">
            <a:avLst/>
          </a:prstGeom>
          <a:noFill/>
          <a:ln w="9525" cap="flat" cmpd="sng">
            <a:solidFill>
              <a:schemeClr val="dk2"/>
            </a:solidFill>
            <a:prstDash val="solid"/>
            <a:round/>
            <a:headEnd type="none" w="med" len="med"/>
            <a:tailEnd type="none" w="med" len="med"/>
          </a:ln>
        </p:spPr>
      </p:cxnSp>
      <p:grpSp>
        <p:nvGrpSpPr>
          <p:cNvPr id="280" name="Google Shape;280;p26"/>
          <p:cNvGrpSpPr/>
          <p:nvPr/>
        </p:nvGrpSpPr>
        <p:grpSpPr>
          <a:xfrm>
            <a:off x="835483" y="2312815"/>
            <a:ext cx="2101880" cy="1546500"/>
            <a:chOff x="6247033" y="1173615"/>
            <a:chExt cx="2101880" cy="1546500"/>
          </a:xfrm>
        </p:grpSpPr>
        <p:grpSp>
          <p:nvGrpSpPr>
            <p:cNvPr id="281" name="Google Shape;281;p26"/>
            <p:cNvGrpSpPr/>
            <p:nvPr/>
          </p:nvGrpSpPr>
          <p:grpSpPr>
            <a:xfrm>
              <a:off x="6247033" y="1173615"/>
              <a:ext cx="2101880" cy="98700"/>
              <a:chOff x="6170833" y="716415"/>
              <a:chExt cx="2101880" cy="98700"/>
            </a:xfrm>
          </p:grpSpPr>
          <p:sp>
            <p:nvSpPr>
              <p:cNvPr id="282" name="Google Shape;28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26"/>
            <p:cNvGrpSpPr/>
            <p:nvPr/>
          </p:nvGrpSpPr>
          <p:grpSpPr>
            <a:xfrm>
              <a:off x="6247033" y="1380443"/>
              <a:ext cx="2101880" cy="98700"/>
              <a:chOff x="6170833" y="716415"/>
              <a:chExt cx="2101880" cy="98700"/>
            </a:xfrm>
          </p:grpSpPr>
          <p:sp>
            <p:nvSpPr>
              <p:cNvPr id="292" name="Google Shape;29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301;p26"/>
            <p:cNvGrpSpPr/>
            <p:nvPr/>
          </p:nvGrpSpPr>
          <p:grpSpPr>
            <a:xfrm>
              <a:off x="6247033" y="1587272"/>
              <a:ext cx="2101880" cy="98700"/>
              <a:chOff x="6170833" y="716415"/>
              <a:chExt cx="2101880" cy="98700"/>
            </a:xfrm>
          </p:grpSpPr>
          <p:sp>
            <p:nvSpPr>
              <p:cNvPr id="302" name="Google Shape;30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26"/>
            <p:cNvGrpSpPr/>
            <p:nvPr/>
          </p:nvGrpSpPr>
          <p:grpSpPr>
            <a:xfrm>
              <a:off x="6247033" y="1794100"/>
              <a:ext cx="2101880" cy="98700"/>
              <a:chOff x="6170833" y="716415"/>
              <a:chExt cx="2101880" cy="98700"/>
            </a:xfrm>
          </p:grpSpPr>
          <p:sp>
            <p:nvSpPr>
              <p:cNvPr id="312" name="Google Shape;31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 name="Google Shape;321;p26"/>
            <p:cNvGrpSpPr/>
            <p:nvPr/>
          </p:nvGrpSpPr>
          <p:grpSpPr>
            <a:xfrm>
              <a:off x="6247033" y="2000929"/>
              <a:ext cx="2101880" cy="98700"/>
              <a:chOff x="6170833" y="716415"/>
              <a:chExt cx="2101880" cy="98700"/>
            </a:xfrm>
          </p:grpSpPr>
          <p:sp>
            <p:nvSpPr>
              <p:cNvPr id="322" name="Google Shape;32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26"/>
            <p:cNvGrpSpPr/>
            <p:nvPr/>
          </p:nvGrpSpPr>
          <p:grpSpPr>
            <a:xfrm>
              <a:off x="6247033" y="2207758"/>
              <a:ext cx="2101880" cy="98700"/>
              <a:chOff x="6170833" y="716415"/>
              <a:chExt cx="2101880" cy="98700"/>
            </a:xfrm>
          </p:grpSpPr>
          <p:sp>
            <p:nvSpPr>
              <p:cNvPr id="332" name="Google Shape;33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341;p26"/>
            <p:cNvGrpSpPr/>
            <p:nvPr/>
          </p:nvGrpSpPr>
          <p:grpSpPr>
            <a:xfrm>
              <a:off x="6247033" y="2414586"/>
              <a:ext cx="2101880" cy="98700"/>
              <a:chOff x="6170833" y="716415"/>
              <a:chExt cx="2101880" cy="98700"/>
            </a:xfrm>
          </p:grpSpPr>
          <p:sp>
            <p:nvSpPr>
              <p:cNvPr id="342" name="Google Shape;34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 name="Google Shape;351;p26"/>
            <p:cNvGrpSpPr/>
            <p:nvPr/>
          </p:nvGrpSpPr>
          <p:grpSpPr>
            <a:xfrm>
              <a:off x="6247033" y="2621415"/>
              <a:ext cx="2101880" cy="98700"/>
              <a:chOff x="6170833" y="716415"/>
              <a:chExt cx="2101880" cy="98700"/>
            </a:xfrm>
          </p:grpSpPr>
          <p:sp>
            <p:nvSpPr>
              <p:cNvPr id="352" name="Google Shape;352;p26"/>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6"/>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6"/>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1" name="Google Shape;361;p26"/>
          <p:cNvGrpSpPr/>
          <p:nvPr/>
        </p:nvGrpSpPr>
        <p:grpSpPr>
          <a:xfrm>
            <a:off x="3292140" y="2719050"/>
            <a:ext cx="5149602" cy="113050"/>
            <a:chOff x="720125" y="3734875"/>
            <a:chExt cx="7721700" cy="113050"/>
          </a:xfrm>
        </p:grpSpPr>
        <p:cxnSp>
          <p:nvCxnSpPr>
            <p:cNvPr id="362" name="Google Shape;362;p26"/>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26"/>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pic>
        <p:nvPicPr>
          <p:cNvPr id="4" name="Imagen 3">
            <a:extLst>
              <a:ext uri="{FF2B5EF4-FFF2-40B4-BE49-F238E27FC236}">
                <a16:creationId xmlns:a16="http://schemas.microsoft.com/office/drawing/2014/main" id="{45D969AF-4DF0-5837-F14D-64E17BCCC43E}"/>
              </a:ext>
            </a:extLst>
          </p:cNvPr>
          <p:cNvPicPr>
            <a:picLocks noChangeAspect="1"/>
          </p:cNvPicPr>
          <p:nvPr/>
        </p:nvPicPr>
        <p:blipFill>
          <a:blip r:embed="rId3"/>
          <a:stretch>
            <a:fillRect/>
          </a:stretch>
        </p:blipFill>
        <p:spPr>
          <a:xfrm>
            <a:off x="1066822" y="473906"/>
            <a:ext cx="1540545" cy="1540545"/>
          </a:xfrm>
          <a:prstGeom prst="rect">
            <a:avLst/>
          </a:prstGeom>
        </p:spPr>
      </p:pic>
      <p:pic>
        <p:nvPicPr>
          <p:cNvPr id="5" name="Imagen 4">
            <a:extLst>
              <a:ext uri="{FF2B5EF4-FFF2-40B4-BE49-F238E27FC236}">
                <a16:creationId xmlns:a16="http://schemas.microsoft.com/office/drawing/2014/main" id="{2F5ACACA-699D-F2BD-9C1F-28EAE604F845}"/>
              </a:ext>
            </a:extLst>
          </p:cNvPr>
          <p:cNvPicPr>
            <a:picLocks noChangeAspect="1"/>
          </p:cNvPicPr>
          <p:nvPr/>
        </p:nvPicPr>
        <p:blipFill>
          <a:blip r:embed="rId4"/>
          <a:stretch>
            <a:fillRect/>
          </a:stretch>
        </p:blipFill>
        <p:spPr>
          <a:xfrm>
            <a:off x="80093" y="4717563"/>
            <a:ext cx="369900" cy="369900"/>
          </a:xfrm>
          <a:prstGeom prst="rect">
            <a:avLst/>
          </a:prstGeom>
        </p:spPr>
      </p:pic>
      <p:pic>
        <p:nvPicPr>
          <p:cNvPr id="6" name="Imagen 5">
            <a:extLst>
              <a:ext uri="{FF2B5EF4-FFF2-40B4-BE49-F238E27FC236}">
                <a16:creationId xmlns:a16="http://schemas.microsoft.com/office/drawing/2014/main" id="{4FA1A939-6254-ACBC-65E9-5B8B73020E15}"/>
              </a:ext>
            </a:extLst>
          </p:cNvPr>
          <p:cNvPicPr>
            <a:picLocks noChangeAspect="1"/>
          </p:cNvPicPr>
          <p:nvPr/>
        </p:nvPicPr>
        <p:blipFill>
          <a:blip r:embed="rId4"/>
          <a:stretch>
            <a:fillRect/>
          </a:stretch>
        </p:blipFill>
        <p:spPr>
          <a:xfrm>
            <a:off x="8695699" y="104006"/>
            <a:ext cx="369900" cy="369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9"/>
          <p:cNvSpPr txBox="1">
            <a:spLocks noGrp="1"/>
          </p:cNvSpPr>
          <p:nvPr>
            <p:ph type="subTitle" idx="1"/>
          </p:nvPr>
        </p:nvSpPr>
        <p:spPr>
          <a:xfrm>
            <a:off x="5141649" y="1582395"/>
            <a:ext cx="3112200" cy="197870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S" dirty="0"/>
              <a:t>Los estándares de seguridad son directrices que se utilizan para garantizar que la aplicación web sea segura y esté protegida contra ataques cibernéticos. Las directrices de seguridad más comunes son las definidas por OWASP (Open Web </a:t>
            </a:r>
            <a:r>
              <a:rPr lang="es-ES" dirty="0" err="1"/>
              <a:t>Application</a:t>
            </a:r>
            <a:r>
              <a:rPr lang="es-ES" dirty="0"/>
              <a:t> Security Project). Estas directrices incluyen requisitos para la autenticación, la autorización, la protección contra ataques de inyección, la protección contra ataques de </a:t>
            </a:r>
            <a:r>
              <a:rPr lang="es-ES" dirty="0" err="1"/>
              <a:t>cross</a:t>
            </a:r>
            <a:r>
              <a:rPr lang="es-ES" dirty="0"/>
              <a:t>-site scripting, entre otros.</a:t>
            </a:r>
            <a:endParaRPr dirty="0"/>
          </a:p>
        </p:txBody>
      </p:sp>
      <p:sp>
        <p:nvSpPr>
          <p:cNvPr id="468" name="Google Shape;468;p29"/>
          <p:cNvSpPr txBox="1">
            <a:spLocks noGrp="1"/>
          </p:cNvSpPr>
          <p:nvPr>
            <p:ph type="subTitle" idx="3"/>
          </p:nvPr>
        </p:nvSpPr>
        <p:spPr>
          <a:xfrm>
            <a:off x="5141649" y="627399"/>
            <a:ext cx="3112200" cy="64890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Estándares de Seguridad</a:t>
            </a:r>
            <a:endParaRPr dirty="0"/>
          </a:p>
        </p:txBody>
      </p:sp>
      <p:sp>
        <p:nvSpPr>
          <p:cNvPr id="470" name="Google Shape;470;p29"/>
          <p:cNvSpPr txBox="1">
            <a:spLocks noGrp="1"/>
          </p:cNvSpPr>
          <p:nvPr>
            <p:ph type="subTitle" idx="2"/>
          </p:nvPr>
        </p:nvSpPr>
        <p:spPr>
          <a:xfrm>
            <a:off x="890151" y="1770816"/>
            <a:ext cx="3112200" cy="160186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S" dirty="0"/>
              <a:t>Los estándares web son especificaciones técnicas que definen cómo se deben escribir y presentar las páginas web. El W3C es el organismo encargado de definir y mantener estos estándares. Algunos de los estándares web más importantes incluyen HTML, CSS y JavaScript. </a:t>
            </a:r>
            <a:endParaRPr lang="en-US" dirty="0"/>
          </a:p>
        </p:txBody>
      </p:sp>
      <p:sp>
        <p:nvSpPr>
          <p:cNvPr id="471" name="Google Shape;471;p29"/>
          <p:cNvSpPr txBox="1">
            <a:spLocks noGrp="1"/>
          </p:cNvSpPr>
          <p:nvPr>
            <p:ph type="subTitle" idx="4"/>
          </p:nvPr>
        </p:nvSpPr>
        <p:spPr>
          <a:xfrm>
            <a:off x="890157" y="684550"/>
            <a:ext cx="31122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Estándares Web</a:t>
            </a:r>
            <a:endParaRPr dirty="0"/>
          </a:p>
        </p:txBody>
      </p:sp>
      <p:cxnSp>
        <p:nvCxnSpPr>
          <p:cNvPr id="472" name="Google Shape;472;p29"/>
          <p:cNvCxnSpPr/>
          <p:nvPr/>
        </p:nvCxnSpPr>
        <p:spPr>
          <a:xfrm>
            <a:off x="4572000" y="1433450"/>
            <a:ext cx="0" cy="3025500"/>
          </a:xfrm>
          <a:prstGeom prst="straightConnector1">
            <a:avLst/>
          </a:prstGeom>
          <a:noFill/>
          <a:ln w="9525" cap="flat" cmpd="sng">
            <a:solidFill>
              <a:schemeClr val="dk2"/>
            </a:solidFill>
            <a:prstDash val="solid"/>
            <a:round/>
            <a:headEnd type="none" w="med" len="med"/>
            <a:tailEnd type="none" w="med" len="med"/>
          </a:ln>
        </p:spPr>
      </p:cxnSp>
      <p:pic>
        <p:nvPicPr>
          <p:cNvPr id="7" name="Imagen 6">
            <a:extLst>
              <a:ext uri="{FF2B5EF4-FFF2-40B4-BE49-F238E27FC236}">
                <a16:creationId xmlns:a16="http://schemas.microsoft.com/office/drawing/2014/main" id="{731FB83D-D99C-CC77-8014-9C7EEE0C10CF}"/>
              </a:ext>
            </a:extLst>
          </p:cNvPr>
          <p:cNvPicPr>
            <a:picLocks noChangeAspect="1"/>
          </p:cNvPicPr>
          <p:nvPr/>
        </p:nvPicPr>
        <p:blipFill>
          <a:blip r:embed="rId3"/>
          <a:stretch>
            <a:fillRect/>
          </a:stretch>
        </p:blipFill>
        <p:spPr>
          <a:xfrm>
            <a:off x="6018268" y="3531903"/>
            <a:ext cx="1501753" cy="1501753"/>
          </a:xfrm>
          <a:prstGeom prst="rect">
            <a:avLst/>
          </a:prstGeom>
        </p:spPr>
      </p:pic>
      <p:pic>
        <p:nvPicPr>
          <p:cNvPr id="9" name="Imagen 8">
            <a:extLst>
              <a:ext uri="{FF2B5EF4-FFF2-40B4-BE49-F238E27FC236}">
                <a16:creationId xmlns:a16="http://schemas.microsoft.com/office/drawing/2014/main" id="{151A24FB-C1A0-9AD9-A01C-B72C2DC12CC0}"/>
              </a:ext>
            </a:extLst>
          </p:cNvPr>
          <p:cNvPicPr>
            <a:picLocks noChangeAspect="1"/>
          </p:cNvPicPr>
          <p:nvPr/>
        </p:nvPicPr>
        <p:blipFill>
          <a:blip r:embed="rId4"/>
          <a:stretch>
            <a:fillRect/>
          </a:stretch>
        </p:blipFill>
        <p:spPr>
          <a:xfrm>
            <a:off x="1721881" y="3117135"/>
            <a:ext cx="1448740" cy="1448740"/>
          </a:xfrm>
          <a:prstGeom prst="rect">
            <a:avLst/>
          </a:prstGeom>
        </p:spPr>
      </p:pic>
      <p:pic>
        <p:nvPicPr>
          <p:cNvPr id="10" name="Imagen 9">
            <a:extLst>
              <a:ext uri="{FF2B5EF4-FFF2-40B4-BE49-F238E27FC236}">
                <a16:creationId xmlns:a16="http://schemas.microsoft.com/office/drawing/2014/main" id="{2EB9727F-16B8-9AB1-C978-276944B9A1A5}"/>
              </a:ext>
            </a:extLst>
          </p:cNvPr>
          <p:cNvPicPr>
            <a:picLocks noChangeAspect="1"/>
          </p:cNvPicPr>
          <p:nvPr/>
        </p:nvPicPr>
        <p:blipFill>
          <a:blip r:embed="rId5"/>
          <a:stretch>
            <a:fillRect/>
          </a:stretch>
        </p:blipFill>
        <p:spPr>
          <a:xfrm>
            <a:off x="80093" y="4717563"/>
            <a:ext cx="369900" cy="369900"/>
          </a:xfrm>
          <a:prstGeom prst="rect">
            <a:avLst/>
          </a:prstGeom>
        </p:spPr>
      </p:pic>
      <p:pic>
        <p:nvPicPr>
          <p:cNvPr id="11" name="Imagen 10">
            <a:extLst>
              <a:ext uri="{FF2B5EF4-FFF2-40B4-BE49-F238E27FC236}">
                <a16:creationId xmlns:a16="http://schemas.microsoft.com/office/drawing/2014/main" id="{2B4EFC6D-A5E9-3AE3-E87B-A66C620316DA}"/>
              </a:ext>
            </a:extLst>
          </p:cNvPr>
          <p:cNvPicPr>
            <a:picLocks noChangeAspect="1"/>
          </p:cNvPicPr>
          <p:nvPr/>
        </p:nvPicPr>
        <p:blipFill>
          <a:blip r:embed="rId5"/>
          <a:stretch>
            <a:fillRect/>
          </a:stretch>
        </p:blipFill>
        <p:spPr>
          <a:xfrm>
            <a:off x="16154" y="70505"/>
            <a:ext cx="369900" cy="369900"/>
          </a:xfrm>
          <a:prstGeom prst="rect">
            <a:avLst/>
          </a:prstGeom>
        </p:spPr>
      </p:pic>
      <p:pic>
        <p:nvPicPr>
          <p:cNvPr id="12" name="Imagen 11">
            <a:extLst>
              <a:ext uri="{FF2B5EF4-FFF2-40B4-BE49-F238E27FC236}">
                <a16:creationId xmlns:a16="http://schemas.microsoft.com/office/drawing/2014/main" id="{335312B3-F368-A0EF-906D-FC5139555485}"/>
              </a:ext>
            </a:extLst>
          </p:cNvPr>
          <p:cNvPicPr>
            <a:picLocks noChangeAspect="1"/>
          </p:cNvPicPr>
          <p:nvPr/>
        </p:nvPicPr>
        <p:blipFill>
          <a:blip r:embed="rId5"/>
          <a:stretch>
            <a:fillRect/>
          </a:stretch>
        </p:blipFill>
        <p:spPr>
          <a:xfrm>
            <a:off x="8694007" y="4717563"/>
            <a:ext cx="369900" cy="369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9"/>
          <p:cNvSpPr txBox="1">
            <a:spLocks noGrp="1"/>
          </p:cNvSpPr>
          <p:nvPr>
            <p:ph type="subTitle" idx="1"/>
          </p:nvPr>
        </p:nvSpPr>
        <p:spPr>
          <a:xfrm>
            <a:off x="5141649" y="1895335"/>
            <a:ext cx="3112200" cy="177561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S" dirty="0"/>
              <a:t>Establece los requisitos para la documentación de requerimientos de software. Se podría utilizar esta norma para garantizar que los requerimientos del software se documentan de manera clara y precisa, lo que facilita el diseño y el desarrollo del software.</a:t>
            </a:r>
          </a:p>
          <a:p>
            <a:pPr marL="0" lvl="0" indent="0" algn="just" rtl="0">
              <a:spcBef>
                <a:spcPts val="0"/>
              </a:spcBef>
              <a:spcAft>
                <a:spcPts val="0"/>
              </a:spcAft>
              <a:buNone/>
            </a:pPr>
            <a:r>
              <a:rPr lang="es-ES" i="1" dirty="0"/>
              <a:t>“Instituto de Ingenieros Eléctricos y Electrónicos”.</a:t>
            </a:r>
          </a:p>
          <a:p>
            <a:pPr marL="0" lvl="0" indent="0" algn="just" rtl="0">
              <a:spcBef>
                <a:spcPts val="0"/>
              </a:spcBef>
              <a:spcAft>
                <a:spcPts val="0"/>
              </a:spcAft>
              <a:buNone/>
            </a:pPr>
            <a:endParaRPr dirty="0"/>
          </a:p>
        </p:txBody>
      </p:sp>
      <p:sp>
        <p:nvSpPr>
          <p:cNvPr id="468" name="Google Shape;468;p29"/>
          <p:cNvSpPr txBox="1">
            <a:spLocks noGrp="1"/>
          </p:cNvSpPr>
          <p:nvPr>
            <p:ph type="subTitle" idx="3"/>
          </p:nvPr>
        </p:nvSpPr>
        <p:spPr>
          <a:xfrm>
            <a:off x="5141649" y="627399"/>
            <a:ext cx="3112200" cy="64890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ES" sz="1200" dirty="0"/>
              <a:t>IEEE </a:t>
            </a:r>
            <a:r>
              <a:rPr lang="es-ES" sz="1200" dirty="0" err="1"/>
              <a:t>Std</a:t>
            </a:r>
            <a:r>
              <a:rPr lang="es-ES" sz="1200" dirty="0"/>
              <a:t> 830-1998 (Especificaciones De Los Requisitos Del Software)</a:t>
            </a:r>
            <a:endParaRPr sz="1200" dirty="0"/>
          </a:p>
        </p:txBody>
      </p:sp>
      <p:sp>
        <p:nvSpPr>
          <p:cNvPr id="470" name="Google Shape;470;p29"/>
          <p:cNvSpPr txBox="1">
            <a:spLocks noGrp="1"/>
          </p:cNvSpPr>
          <p:nvPr>
            <p:ph type="subTitle" idx="2"/>
          </p:nvPr>
        </p:nvSpPr>
        <p:spPr>
          <a:xfrm>
            <a:off x="890151" y="1770816"/>
            <a:ext cx="3112200" cy="160186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S" dirty="0"/>
              <a:t>Las normas de diseño son directrices que se utilizan para garantizar que la interfaz de usuario sea coherente, atractiva y fácil de usar. Estas normas suelen ser definidas por el equipo de diseño y pueden incluir reglas para la paleta de colores, la tipografía, la disposición de los elementos en la página, entre otros.</a:t>
            </a:r>
            <a:endParaRPr lang="en-US" dirty="0"/>
          </a:p>
        </p:txBody>
      </p:sp>
      <p:sp>
        <p:nvSpPr>
          <p:cNvPr id="471" name="Google Shape;471;p29"/>
          <p:cNvSpPr txBox="1">
            <a:spLocks noGrp="1"/>
          </p:cNvSpPr>
          <p:nvPr>
            <p:ph type="subTitle" idx="4"/>
          </p:nvPr>
        </p:nvSpPr>
        <p:spPr>
          <a:xfrm>
            <a:off x="890157" y="684550"/>
            <a:ext cx="31122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VE" dirty="0"/>
              <a:t>Normas de diseño</a:t>
            </a:r>
          </a:p>
        </p:txBody>
      </p:sp>
      <p:cxnSp>
        <p:nvCxnSpPr>
          <p:cNvPr id="472" name="Google Shape;472;p29"/>
          <p:cNvCxnSpPr/>
          <p:nvPr/>
        </p:nvCxnSpPr>
        <p:spPr>
          <a:xfrm>
            <a:off x="4572000" y="1433450"/>
            <a:ext cx="0" cy="3025500"/>
          </a:xfrm>
          <a:prstGeom prst="straightConnector1">
            <a:avLst/>
          </a:prstGeom>
          <a:noFill/>
          <a:ln w="9525" cap="flat" cmpd="sng">
            <a:solidFill>
              <a:schemeClr val="dk2"/>
            </a:solidFill>
            <a:prstDash val="solid"/>
            <a:round/>
            <a:headEnd type="none" w="med" len="med"/>
            <a:tailEnd type="none" w="med" len="med"/>
          </a:ln>
        </p:spPr>
      </p:cxnSp>
      <p:pic>
        <p:nvPicPr>
          <p:cNvPr id="3" name="Imagen 2">
            <a:extLst>
              <a:ext uri="{FF2B5EF4-FFF2-40B4-BE49-F238E27FC236}">
                <a16:creationId xmlns:a16="http://schemas.microsoft.com/office/drawing/2014/main" id="{83D8CAE3-31E1-9A44-3F39-3900E3C3FBB9}"/>
              </a:ext>
            </a:extLst>
          </p:cNvPr>
          <p:cNvPicPr>
            <a:picLocks noChangeAspect="1"/>
          </p:cNvPicPr>
          <p:nvPr/>
        </p:nvPicPr>
        <p:blipFill>
          <a:blip r:embed="rId3">
            <a:extLst>
              <a:ext uri="{BEBA8EAE-BF5A-486C-A8C5-ECC9F3942E4B}">
                <a14:imgProps xmlns:a14="http://schemas.microsoft.com/office/drawing/2010/main">
                  <a14:imgLayer r:embed="rId4">
                    <a14:imgEffect>
                      <a14:artisticGlass/>
                    </a14:imgEffect>
                  </a14:imgLayer>
                </a14:imgProps>
              </a:ext>
            </a:extLst>
          </a:blip>
          <a:stretch>
            <a:fillRect/>
          </a:stretch>
        </p:blipFill>
        <p:spPr>
          <a:xfrm>
            <a:off x="1627670" y="3197229"/>
            <a:ext cx="1637161" cy="1637161"/>
          </a:xfrm>
          <a:prstGeom prst="rect">
            <a:avLst/>
          </a:prstGeom>
        </p:spPr>
      </p:pic>
      <p:pic>
        <p:nvPicPr>
          <p:cNvPr id="5" name="Imagen 4">
            <a:extLst>
              <a:ext uri="{FF2B5EF4-FFF2-40B4-BE49-F238E27FC236}">
                <a16:creationId xmlns:a16="http://schemas.microsoft.com/office/drawing/2014/main" id="{33DD3E6B-0EDA-756B-3513-124CAF83A974}"/>
              </a:ext>
            </a:extLst>
          </p:cNvPr>
          <p:cNvPicPr>
            <a:picLocks noChangeAspect="1"/>
          </p:cNvPicPr>
          <p:nvPr/>
        </p:nvPicPr>
        <p:blipFill>
          <a:blip r:embed="rId5">
            <a:extLst>
              <a:ext uri="{BEBA8EAE-BF5A-486C-A8C5-ECC9F3942E4B}">
                <a14:imgProps xmlns:a14="http://schemas.microsoft.com/office/drawing/2010/main">
                  <a14:imgLayer r:embed="rId6">
                    <a14:imgEffect>
                      <a14:artisticPaintBrush/>
                    </a14:imgEffect>
                  </a14:imgLayer>
                </a14:imgProps>
              </a:ext>
            </a:extLst>
          </a:blip>
          <a:stretch>
            <a:fillRect/>
          </a:stretch>
        </p:blipFill>
        <p:spPr>
          <a:xfrm>
            <a:off x="6178457" y="3524715"/>
            <a:ext cx="1530536" cy="1530536"/>
          </a:xfrm>
          <a:prstGeom prst="rect">
            <a:avLst/>
          </a:prstGeom>
        </p:spPr>
      </p:pic>
      <p:pic>
        <p:nvPicPr>
          <p:cNvPr id="6" name="Imagen 5">
            <a:extLst>
              <a:ext uri="{FF2B5EF4-FFF2-40B4-BE49-F238E27FC236}">
                <a16:creationId xmlns:a16="http://schemas.microsoft.com/office/drawing/2014/main" id="{9FAD24DE-F3ED-F655-7C21-41E3D03C3B26}"/>
              </a:ext>
            </a:extLst>
          </p:cNvPr>
          <p:cNvPicPr>
            <a:picLocks noChangeAspect="1"/>
          </p:cNvPicPr>
          <p:nvPr/>
        </p:nvPicPr>
        <p:blipFill>
          <a:blip r:embed="rId7">
            <a:extLst>
              <a:ext uri="{BEBA8EAE-BF5A-486C-A8C5-ECC9F3942E4B}">
                <a14:imgProps xmlns:a14="http://schemas.microsoft.com/office/drawing/2010/main">
                  <a14:imgLayer r:embed="rId8">
                    <a14:imgEffect>
                      <a14:artisticPhotocopy/>
                    </a14:imgEffect>
                  </a14:imgLayer>
                </a14:imgProps>
              </a:ext>
            </a:extLst>
          </a:blip>
          <a:stretch>
            <a:fillRect/>
          </a:stretch>
        </p:blipFill>
        <p:spPr>
          <a:xfrm>
            <a:off x="8656765" y="85493"/>
            <a:ext cx="369900" cy="369900"/>
          </a:xfrm>
          <a:prstGeom prst="rect">
            <a:avLst/>
          </a:prstGeom>
        </p:spPr>
      </p:pic>
      <p:pic>
        <p:nvPicPr>
          <p:cNvPr id="7" name="Imagen 6">
            <a:extLst>
              <a:ext uri="{FF2B5EF4-FFF2-40B4-BE49-F238E27FC236}">
                <a16:creationId xmlns:a16="http://schemas.microsoft.com/office/drawing/2014/main" id="{CE1B85B9-1B1E-39B6-4EB3-D5E6C9F8F8E2}"/>
              </a:ext>
            </a:extLst>
          </p:cNvPr>
          <p:cNvPicPr>
            <a:picLocks noChangeAspect="1"/>
          </p:cNvPicPr>
          <p:nvPr/>
        </p:nvPicPr>
        <p:blipFill>
          <a:blip r:embed="rId9"/>
          <a:stretch>
            <a:fillRect/>
          </a:stretch>
        </p:blipFill>
        <p:spPr>
          <a:xfrm>
            <a:off x="117335" y="85493"/>
            <a:ext cx="369900" cy="369900"/>
          </a:xfrm>
          <a:prstGeom prst="rect">
            <a:avLst/>
          </a:prstGeom>
        </p:spPr>
      </p:pic>
    </p:spTree>
    <p:extLst>
      <p:ext uri="{BB962C8B-B14F-4D97-AF65-F5344CB8AC3E}">
        <p14:creationId xmlns:p14="http://schemas.microsoft.com/office/powerpoint/2010/main" val="363042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a:t>Definición de los usuarios y sus roles </a:t>
            </a:r>
            <a:endParaRPr sz="2400" dirty="0"/>
          </a:p>
        </p:txBody>
      </p:sp>
      <p:sp>
        <p:nvSpPr>
          <p:cNvPr id="489" name="Google Shape;489;p31"/>
          <p:cNvSpPr txBox="1"/>
          <p:nvPr/>
        </p:nvSpPr>
        <p:spPr>
          <a:xfrm flipH="1">
            <a:off x="982599" y="2082200"/>
            <a:ext cx="2143200" cy="38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Ultra"/>
                <a:ea typeface="Ultra"/>
                <a:cs typeface="Ultra"/>
                <a:sym typeface="Ultra"/>
              </a:rPr>
              <a:t>Administrador</a:t>
            </a:r>
            <a:endParaRPr dirty="0">
              <a:solidFill>
                <a:schemeClr val="dk1"/>
              </a:solidFill>
              <a:latin typeface="Ultra"/>
              <a:ea typeface="Ultra"/>
              <a:cs typeface="Ultra"/>
              <a:sym typeface="Ultra"/>
            </a:endParaRPr>
          </a:p>
        </p:txBody>
      </p:sp>
      <p:sp>
        <p:nvSpPr>
          <p:cNvPr id="493" name="Google Shape;493;p31"/>
          <p:cNvSpPr txBox="1"/>
          <p:nvPr/>
        </p:nvSpPr>
        <p:spPr>
          <a:xfrm flipH="1">
            <a:off x="5891734" y="2102153"/>
            <a:ext cx="2428222" cy="38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solidFill>
                  <a:schemeClr val="dk1"/>
                </a:solidFill>
                <a:latin typeface="Ultra"/>
                <a:ea typeface="Ultra"/>
                <a:cs typeface="Ultra"/>
                <a:sym typeface="Ultra"/>
              </a:rPr>
              <a:t>Empleado</a:t>
            </a:r>
            <a:endParaRPr dirty="0">
              <a:solidFill>
                <a:schemeClr val="dk1"/>
              </a:solidFill>
              <a:latin typeface="Ultra"/>
              <a:ea typeface="Ultra"/>
              <a:cs typeface="Ultra"/>
              <a:sym typeface="Ultra"/>
            </a:endParaRPr>
          </a:p>
        </p:txBody>
      </p:sp>
      <p:sp>
        <p:nvSpPr>
          <p:cNvPr id="495" name="Google Shape;495;p31"/>
          <p:cNvSpPr txBox="1"/>
          <p:nvPr/>
        </p:nvSpPr>
        <p:spPr>
          <a:xfrm flipH="1">
            <a:off x="3423283" y="3380111"/>
            <a:ext cx="2396129" cy="384900"/>
          </a:xfrm>
          <a:prstGeom prst="rect">
            <a:avLst/>
          </a:prstGeom>
          <a:noFill/>
          <a:ln>
            <a:noFill/>
          </a:ln>
        </p:spPr>
        <p:txBody>
          <a:bodyPr spcFirstLastPara="1" wrap="square" lIns="91425" tIns="91425" rIns="91425" bIns="91425" anchor="b" anchorCtr="0">
            <a:noAutofit/>
          </a:bodyPr>
          <a:lstStyle/>
          <a:p>
            <a:pPr algn="ctr"/>
            <a:r>
              <a:rPr lang="es-VE" dirty="0">
                <a:solidFill>
                  <a:schemeClr val="dk1"/>
                </a:solidFill>
                <a:latin typeface="Ultra"/>
                <a:ea typeface="Ultra"/>
                <a:cs typeface="Ultra"/>
                <a:sym typeface="Ultra"/>
              </a:rPr>
              <a:t>Jefe Departamento</a:t>
            </a:r>
          </a:p>
        </p:txBody>
      </p:sp>
      <p:cxnSp>
        <p:nvCxnSpPr>
          <p:cNvPr id="497" name="Google Shape;497;p31"/>
          <p:cNvCxnSpPr>
            <a:stCxn id="489" idx="2"/>
            <a:endCxn id="498" idx="0"/>
          </p:cNvCxnSpPr>
          <p:nvPr/>
        </p:nvCxnSpPr>
        <p:spPr>
          <a:xfrm>
            <a:off x="2054199" y="2467100"/>
            <a:ext cx="0" cy="361800"/>
          </a:xfrm>
          <a:prstGeom prst="straightConnector1">
            <a:avLst/>
          </a:prstGeom>
          <a:noFill/>
          <a:ln w="9525" cap="flat" cmpd="sng">
            <a:solidFill>
              <a:schemeClr val="dk2"/>
            </a:solidFill>
            <a:prstDash val="solid"/>
            <a:round/>
            <a:headEnd type="none" w="med" len="med"/>
            <a:tailEnd type="none" w="med" len="med"/>
          </a:ln>
        </p:spPr>
      </p:cxnSp>
      <p:cxnSp>
        <p:nvCxnSpPr>
          <p:cNvPr id="499" name="Google Shape;499;p31"/>
          <p:cNvCxnSpPr>
            <a:stCxn id="498" idx="6"/>
            <a:endCxn id="500" idx="2"/>
          </p:cNvCxnSpPr>
          <p:nvPr/>
        </p:nvCxnSpPr>
        <p:spPr>
          <a:xfrm flipV="1">
            <a:off x="2103549" y="2858285"/>
            <a:ext cx="4936900" cy="20087"/>
          </a:xfrm>
          <a:prstGeom prst="straightConnector1">
            <a:avLst/>
          </a:prstGeom>
          <a:noFill/>
          <a:ln w="9525" cap="flat" cmpd="sng">
            <a:solidFill>
              <a:schemeClr val="dk2"/>
            </a:solidFill>
            <a:prstDash val="solid"/>
            <a:round/>
            <a:headEnd type="none" w="med" len="med"/>
            <a:tailEnd type="none" w="med" len="med"/>
          </a:ln>
        </p:spPr>
      </p:cxnSp>
      <p:cxnSp>
        <p:nvCxnSpPr>
          <p:cNvPr id="501" name="Google Shape;501;p31"/>
          <p:cNvCxnSpPr>
            <a:cxnSpLocks/>
            <a:endCxn id="503" idx="2"/>
          </p:cNvCxnSpPr>
          <p:nvPr/>
        </p:nvCxnSpPr>
        <p:spPr>
          <a:xfrm>
            <a:off x="1165573" y="2997872"/>
            <a:ext cx="3357075" cy="0"/>
          </a:xfrm>
          <a:prstGeom prst="straightConnector1">
            <a:avLst/>
          </a:prstGeom>
          <a:noFill/>
          <a:ln w="9525" cap="flat" cmpd="sng">
            <a:solidFill>
              <a:schemeClr val="dk2"/>
            </a:solidFill>
            <a:prstDash val="solid"/>
            <a:round/>
            <a:headEnd type="none" w="med" len="med"/>
            <a:tailEnd type="none" w="med" len="med"/>
          </a:ln>
        </p:spPr>
      </p:cxnSp>
      <p:sp>
        <p:nvSpPr>
          <p:cNvPr id="498" name="Google Shape;498;p31"/>
          <p:cNvSpPr/>
          <p:nvPr/>
        </p:nvSpPr>
        <p:spPr>
          <a:xfrm>
            <a:off x="2004849" y="2829022"/>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p:cNvSpPr/>
          <p:nvPr/>
        </p:nvSpPr>
        <p:spPr>
          <a:xfrm>
            <a:off x="7040449" y="280893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p:cNvSpPr/>
          <p:nvPr/>
        </p:nvSpPr>
        <p:spPr>
          <a:xfrm>
            <a:off x="4522648" y="2948522"/>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4" name="Google Shape;504;p31"/>
          <p:cNvCxnSpPr>
            <a:cxnSpLocks/>
            <a:stCxn id="500" idx="6"/>
          </p:cNvCxnSpPr>
          <p:nvPr/>
        </p:nvCxnSpPr>
        <p:spPr>
          <a:xfrm>
            <a:off x="7139149" y="2858285"/>
            <a:ext cx="1284851" cy="0"/>
          </a:xfrm>
          <a:prstGeom prst="straightConnector1">
            <a:avLst/>
          </a:prstGeom>
          <a:noFill/>
          <a:ln w="9525" cap="flat" cmpd="sng">
            <a:solidFill>
              <a:schemeClr val="dk2"/>
            </a:solidFill>
            <a:prstDash val="solid"/>
            <a:round/>
            <a:headEnd type="none" w="med" len="med"/>
            <a:tailEnd type="none" w="med" len="med"/>
          </a:ln>
        </p:spPr>
      </p:cxnSp>
      <p:cxnSp>
        <p:nvCxnSpPr>
          <p:cNvPr id="505" name="Google Shape;505;p31"/>
          <p:cNvCxnSpPr>
            <a:cxnSpLocks/>
            <a:stCxn id="503" idx="6"/>
          </p:cNvCxnSpPr>
          <p:nvPr/>
        </p:nvCxnSpPr>
        <p:spPr>
          <a:xfrm>
            <a:off x="4621348" y="2997872"/>
            <a:ext cx="3802652" cy="0"/>
          </a:xfrm>
          <a:prstGeom prst="straightConnector1">
            <a:avLst/>
          </a:prstGeom>
          <a:noFill/>
          <a:ln w="9525" cap="flat" cmpd="sng">
            <a:solidFill>
              <a:schemeClr val="dk2"/>
            </a:solidFill>
            <a:prstDash val="solid"/>
            <a:round/>
            <a:headEnd type="none" w="med" len="med"/>
            <a:tailEnd type="none" w="med" len="med"/>
          </a:ln>
        </p:spPr>
      </p:cxnSp>
      <p:cxnSp>
        <p:nvCxnSpPr>
          <p:cNvPr id="506" name="Google Shape;506;p31"/>
          <p:cNvCxnSpPr>
            <a:endCxn id="498" idx="2"/>
          </p:cNvCxnSpPr>
          <p:nvPr/>
        </p:nvCxnSpPr>
        <p:spPr>
          <a:xfrm>
            <a:off x="719949" y="2878372"/>
            <a:ext cx="1284900" cy="0"/>
          </a:xfrm>
          <a:prstGeom prst="straightConnector1">
            <a:avLst/>
          </a:prstGeom>
          <a:noFill/>
          <a:ln w="9525" cap="flat" cmpd="sng">
            <a:solidFill>
              <a:schemeClr val="dk2"/>
            </a:solidFill>
            <a:prstDash val="solid"/>
            <a:round/>
            <a:headEnd type="none" w="med" len="med"/>
            <a:tailEnd type="none" w="med" len="med"/>
          </a:ln>
        </p:spPr>
      </p:cxnSp>
      <p:cxnSp>
        <p:nvCxnSpPr>
          <p:cNvPr id="507" name="Google Shape;507;p31"/>
          <p:cNvCxnSpPr>
            <a:cxnSpLocks/>
          </p:cNvCxnSpPr>
          <p:nvPr/>
        </p:nvCxnSpPr>
        <p:spPr>
          <a:xfrm>
            <a:off x="719974" y="2997872"/>
            <a:ext cx="2963400" cy="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31"/>
          <p:cNvCxnSpPr>
            <a:cxnSpLocks/>
            <a:endCxn id="500" idx="0"/>
          </p:cNvCxnSpPr>
          <p:nvPr/>
        </p:nvCxnSpPr>
        <p:spPr>
          <a:xfrm>
            <a:off x="7089749" y="2447008"/>
            <a:ext cx="50" cy="361927"/>
          </a:xfrm>
          <a:prstGeom prst="straightConnector1">
            <a:avLst/>
          </a:prstGeom>
          <a:noFill/>
          <a:ln w="9525" cap="flat" cmpd="sng">
            <a:solidFill>
              <a:schemeClr val="dk2"/>
            </a:solidFill>
            <a:prstDash val="solid"/>
            <a:round/>
            <a:headEnd type="none" w="med" len="med"/>
            <a:tailEnd type="none" w="med" len="med"/>
          </a:ln>
        </p:spPr>
      </p:cxnSp>
      <p:cxnSp>
        <p:nvCxnSpPr>
          <p:cNvPr id="510" name="Google Shape;510;p31"/>
          <p:cNvCxnSpPr>
            <a:cxnSpLocks/>
          </p:cNvCxnSpPr>
          <p:nvPr/>
        </p:nvCxnSpPr>
        <p:spPr>
          <a:xfrm flipH="1">
            <a:off x="4571998" y="3022547"/>
            <a:ext cx="1" cy="357564"/>
          </a:xfrm>
          <a:prstGeom prst="straightConnector1">
            <a:avLst/>
          </a:prstGeom>
          <a:noFill/>
          <a:ln w="9525" cap="flat" cmpd="sng">
            <a:solidFill>
              <a:schemeClr val="dk2"/>
            </a:solidFill>
            <a:prstDash val="solid"/>
            <a:round/>
            <a:headEnd type="none" w="med" len="med"/>
            <a:tailEnd type="none" w="med" len="med"/>
          </a:ln>
        </p:spPr>
      </p:cxnSp>
      <p:pic>
        <p:nvPicPr>
          <p:cNvPr id="19" name="Imagen 18">
            <a:extLst>
              <a:ext uri="{FF2B5EF4-FFF2-40B4-BE49-F238E27FC236}">
                <a16:creationId xmlns:a16="http://schemas.microsoft.com/office/drawing/2014/main" id="{C4D85002-FD3D-3763-5E51-9751EB7A4704}"/>
              </a:ext>
            </a:extLst>
          </p:cNvPr>
          <p:cNvPicPr>
            <a:picLocks noChangeAspect="1"/>
          </p:cNvPicPr>
          <p:nvPr/>
        </p:nvPicPr>
        <p:blipFill>
          <a:blip r:embed="rId3">
            <a:extLst>
              <a:ext uri="{BEBA8EAE-BF5A-486C-A8C5-ECC9F3942E4B}">
                <a14:imgProps xmlns:a14="http://schemas.microsoft.com/office/drawing/2010/main">
                  <a14:imgLayer r:embed="rId4">
                    <a14:imgEffect>
                      <a14:artisticMarker/>
                    </a14:imgEffect>
                  </a14:imgLayer>
                </a14:imgProps>
              </a:ext>
            </a:extLst>
          </a:blip>
          <a:stretch>
            <a:fillRect/>
          </a:stretch>
        </p:blipFill>
        <p:spPr>
          <a:xfrm>
            <a:off x="1068757" y="3068023"/>
            <a:ext cx="1970883" cy="1970883"/>
          </a:xfrm>
          <a:prstGeom prst="rect">
            <a:avLst/>
          </a:prstGeom>
        </p:spPr>
      </p:pic>
      <p:pic>
        <p:nvPicPr>
          <p:cNvPr id="21" name="Imagen 20">
            <a:extLst>
              <a:ext uri="{FF2B5EF4-FFF2-40B4-BE49-F238E27FC236}">
                <a16:creationId xmlns:a16="http://schemas.microsoft.com/office/drawing/2014/main" id="{09BCD93C-387B-B922-FB02-E993433049CD}"/>
              </a:ext>
            </a:extLst>
          </p:cNvPr>
          <p:cNvPicPr>
            <a:picLocks noChangeAspect="1"/>
          </p:cNvPicPr>
          <p:nvPr/>
        </p:nvPicPr>
        <p:blipFill>
          <a:blip r:embed="rId5">
            <a:extLst>
              <a:ext uri="{BEBA8EAE-BF5A-486C-A8C5-ECC9F3942E4B}">
                <a14:imgProps xmlns:a14="http://schemas.microsoft.com/office/drawing/2010/main">
                  <a14:imgLayer r:embed="rId6">
                    <a14:imgEffect>
                      <a14:artisticPaintBrush/>
                    </a14:imgEffect>
                  </a14:imgLayer>
                </a14:imgProps>
              </a:ext>
            </a:extLst>
          </a:blip>
          <a:stretch>
            <a:fillRect/>
          </a:stretch>
        </p:blipFill>
        <p:spPr>
          <a:xfrm>
            <a:off x="3673500" y="901217"/>
            <a:ext cx="1670533" cy="1670533"/>
          </a:xfrm>
          <a:prstGeom prst="rect">
            <a:avLst/>
          </a:prstGeom>
        </p:spPr>
      </p:pic>
      <p:pic>
        <p:nvPicPr>
          <p:cNvPr id="23" name="Imagen 22">
            <a:extLst>
              <a:ext uri="{FF2B5EF4-FFF2-40B4-BE49-F238E27FC236}">
                <a16:creationId xmlns:a16="http://schemas.microsoft.com/office/drawing/2014/main" id="{E363BE81-B9A4-C757-A223-5CA70634EE79}"/>
              </a:ext>
            </a:extLst>
          </p:cNvPr>
          <p:cNvPicPr>
            <a:picLocks noChangeAspect="1"/>
          </p:cNvPicPr>
          <p:nvPr/>
        </p:nvPicPr>
        <p:blipFill>
          <a:blip r:embed="rId7">
            <a:extLst>
              <a:ext uri="{BEBA8EAE-BF5A-486C-A8C5-ECC9F3942E4B}">
                <a14:imgProps xmlns:a14="http://schemas.microsoft.com/office/drawing/2010/main">
                  <a14:imgLayer r:embed="rId8">
                    <a14:imgEffect>
                      <a14:artisticTexturizer/>
                    </a14:imgEffect>
                  </a14:imgLayer>
                </a14:imgProps>
              </a:ext>
            </a:extLst>
          </a:blip>
          <a:stretch>
            <a:fillRect/>
          </a:stretch>
        </p:blipFill>
        <p:spPr>
          <a:xfrm>
            <a:off x="6224626" y="3209861"/>
            <a:ext cx="1829045" cy="1829045"/>
          </a:xfrm>
          <a:prstGeom prst="rect">
            <a:avLst/>
          </a:prstGeom>
        </p:spPr>
      </p:pic>
      <p:pic>
        <p:nvPicPr>
          <p:cNvPr id="24" name="Imagen 23">
            <a:extLst>
              <a:ext uri="{FF2B5EF4-FFF2-40B4-BE49-F238E27FC236}">
                <a16:creationId xmlns:a16="http://schemas.microsoft.com/office/drawing/2014/main" id="{1AA34DF6-3B03-C2BD-5166-E6C1BA6AB4F4}"/>
              </a:ext>
            </a:extLst>
          </p:cNvPr>
          <p:cNvPicPr>
            <a:picLocks noChangeAspect="1"/>
          </p:cNvPicPr>
          <p:nvPr/>
        </p:nvPicPr>
        <p:blipFill>
          <a:blip r:embed="rId9">
            <a:extLst>
              <a:ext uri="{BEBA8EAE-BF5A-486C-A8C5-ECC9F3942E4B}">
                <a14:imgProps xmlns:a14="http://schemas.microsoft.com/office/drawing/2010/main">
                  <a14:imgLayer r:embed="rId10">
                    <a14:imgEffect>
                      <a14:artisticPhotocopy/>
                    </a14:imgEffect>
                  </a14:imgLayer>
                </a14:imgProps>
              </a:ext>
            </a:extLst>
          </a:blip>
          <a:stretch>
            <a:fillRect/>
          </a:stretch>
        </p:blipFill>
        <p:spPr>
          <a:xfrm>
            <a:off x="80093" y="4717563"/>
            <a:ext cx="369900" cy="369900"/>
          </a:xfrm>
          <a:prstGeom prst="rect">
            <a:avLst/>
          </a:prstGeom>
        </p:spPr>
      </p:pic>
      <p:pic>
        <p:nvPicPr>
          <p:cNvPr id="25" name="Imagen 24">
            <a:extLst>
              <a:ext uri="{FF2B5EF4-FFF2-40B4-BE49-F238E27FC236}">
                <a16:creationId xmlns:a16="http://schemas.microsoft.com/office/drawing/2014/main" id="{98FB1470-8B8E-7748-6A1A-5E2EB4E4F979}"/>
              </a:ext>
            </a:extLst>
          </p:cNvPr>
          <p:cNvPicPr>
            <a:picLocks noChangeAspect="1"/>
          </p:cNvPicPr>
          <p:nvPr/>
        </p:nvPicPr>
        <p:blipFill>
          <a:blip r:embed="rId9">
            <a:extLst>
              <a:ext uri="{BEBA8EAE-BF5A-486C-A8C5-ECC9F3942E4B}">
                <a14:imgProps xmlns:a14="http://schemas.microsoft.com/office/drawing/2010/main">
                  <a14:imgLayer r:embed="rId10">
                    <a14:imgEffect>
                      <a14:artisticPhotocopy/>
                    </a14:imgEffect>
                  </a14:imgLayer>
                </a14:imgProps>
              </a:ext>
            </a:extLst>
          </a:blip>
          <a:stretch>
            <a:fillRect/>
          </a:stretch>
        </p:blipFill>
        <p:spPr>
          <a:xfrm>
            <a:off x="8695698" y="71031"/>
            <a:ext cx="369900" cy="369900"/>
          </a:xfrm>
          <a:prstGeom prst="rect">
            <a:avLst/>
          </a:prstGeom>
        </p:spPr>
      </p:pic>
      <p:pic>
        <p:nvPicPr>
          <p:cNvPr id="26" name="Imagen 25">
            <a:extLst>
              <a:ext uri="{FF2B5EF4-FFF2-40B4-BE49-F238E27FC236}">
                <a16:creationId xmlns:a16="http://schemas.microsoft.com/office/drawing/2014/main" id="{CFE38982-DF9C-E881-56DD-A889885F933A}"/>
              </a:ext>
            </a:extLst>
          </p:cNvPr>
          <p:cNvPicPr>
            <a:picLocks noChangeAspect="1"/>
          </p:cNvPicPr>
          <p:nvPr/>
        </p:nvPicPr>
        <p:blipFill>
          <a:blip r:embed="rId9">
            <a:extLst>
              <a:ext uri="{BEBA8EAE-BF5A-486C-A8C5-ECC9F3942E4B}">
                <a14:imgProps xmlns:a14="http://schemas.microsoft.com/office/drawing/2010/main">
                  <a14:imgLayer r:embed="rId10">
                    <a14:imgEffect>
                      <a14:artisticPhotocopy/>
                    </a14:imgEffect>
                  </a14:imgLayer>
                </a14:imgProps>
              </a:ext>
            </a:extLst>
          </a:blip>
          <a:stretch>
            <a:fillRect/>
          </a:stretch>
        </p:blipFill>
        <p:spPr>
          <a:xfrm>
            <a:off x="8695698" y="4702569"/>
            <a:ext cx="369900" cy="369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cxnSp>
        <p:nvCxnSpPr>
          <p:cNvPr id="524" name="Google Shape;524;p33"/>
          <p:cNvCxnSpPr/>
          <p:nvPr/>
        </p:nvCxnSpPr>
        <p:spPr>
          <a:xfrm>
            <a:off x="4572000" y="1298500"/>
            <a:ext cx="0" cy="3123900"/>
          </a:xfrm>
          <a:prstGeom prst="straightConnector1">
            <a:avLst/>
          </a:prstGeom>
          <a:noFill/>
          <a:ln w="9525" cap="flat" cmpd="sng">
            <a:solidFill>
              <a:schemeClr val="dk2"/>
            </a:solidFill>
            <a:prstDash val="solid"/>
            <a:round/>
            <a:headEnd type="none" w="med" len="med"/>
            <a:tailEnd type="none" w="med" len="med"/>
          </a:ln>
        </p:spPr>
      </p:cxnSp>
      <p:sp>
        <p:nvSpPr>
          <p:cNvPr id="525" name="Google Shape;525;p33"/>
          <p:cNvSpPr txBox="1">
            <a:spLocks noGrp="1"/>
          </p:cNvSpPr>
          <p:nvPr>
            <p:ph type="title"/>
          </p:nvPr>
        </p:nvSpPr>
        <p:spPr>
          <a:xfrm>
            <a:off x="720000" y="5442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Requisitos</a:t>
            </a:r>
            <a:endParaRPr dirty="0"/>
          </a:p>
        </p:txBody>
      </p:sp>
      <p:sp>
        <p:nvSpPr>
          <p:cNvPr id="527" name="Google Shape;527;p33"/>
          <p:cNvSpPr txBox="1">
            <a:spLocks noGrp="1"/>
          </p:cNvSpPr>
          <p:nvPr>
            <p:ph type="subTitle" idx="2"/>
          </p:nvPr>
        </p:nvSpPr>
        <p:spPr>
          <a:xfrm>
            <a:off x="719933" y="1298500"/>
            <a:ext cx="3644100" cy="31239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Wingdings" panose="05000000000000000000" pitchFamily="2" charset="2"/>
              <a:buChar char="v"/>
            </a:pPr>
            <a:r>
              <a:rPr lang="es-ES" dirty="0"/>
              <a:t>Interfaz de usuario intuitiva y fácil de usar para facilitar la captura de información y la generación de informes y estadísticas.</a:t>
            </a:r>
          </a:p>
          <a:p>
            <a:pPr marL="171450" lvl="0" indent="-171450" algn="l" rtl="0">
              <a:spcBef>
                <a:spcPts val="0"/>
              </a:spcBef>
              <a:spcAft>
                <a:spcPts val="0"/>
              </a:spcAft>
              <a:buFont typeface="Wingdings" panose="05000000000000000000" pitchFamily="2" charset="2"/>
              <a:buChar char="v"/>
            </a:pPr>
            <a:r>
              <a:rPr lang="es-ES" dirty="0"/>
              <a:t>Capacidad de recopilar y almacenar información de las instituciones, empresas y equipos de manera segura y confiable.</a:t>
            </a:r>
          </a:p>
          <a:p>
            <a:pPr marL="171450" lvl="0" indent="-171450" algn="l" rtl="0">
              <a:spcBef>
                <a:spcPts val="0"/>
              </a:spcBef>
              <a:spcAft>
                <a:spcPts val="0"/>
              </a:spcAft>
              <a:buFont typeface="Wingdings" panose="05000000000000000000" pitchFamily="2" charset="2"/>
              <a:buChar char="v"/>
            </a:pPr>
            <a:r>
              <a:rPr lang="es-ES" dirty="0"/>
              <a:t>Integración con otras herramientas y sistemas utilizados por la DGSA para la gestión de la información.</a:t>
            </a:r>
          </a:p>
          <a:p>
            <a:pPr marL="171450" lvl="0" indent="-171450" algn="l" rtl="0">
              <a:spcBef>
                <a:spcPts val="0"/>
              </a:spcBef>
              <a:spcAft>
                <a:spcPts val="0"/>
              </a:spcAft>
              <a:buFont typeface="Wingdings" panose="05000000000000000000" pitchFamily="2" charset="2"/>
              <a:buChar char="v"/>
            </a:pPr>
            <a:r>
              <a:rPr lang="es-ES" dirty="0"/>
              <a:t>Posibilidad de realizar búsquedas y filtros para encontrar información específica de manera rápida y eficiente.</a:t>
            </a:r>
          </a:p>
          <a:p>
            <a:pPr marL="171450" lvl="0" indent="-171450" algn="l" rtl="0">
              <a:spcBef>
                <a:spcPts val="0"/>
              </a:spcBef>
              <a:spcAft>
                <a:spcPts val="0"/>
              </a:spcAft>
              <a:buFont typeface="Wingdings" panose="05000000000000000000" pitchFamily="2" charset="2"/>
              <a:buChar char="v"/>
            </a:pPr>
            <a:r>
              <a:rPr lang="es-ES" dirty="0"/>
              <a:t>Capacidad de exportar información en diferentes formatos de archivo (PDF, Excel, etc.) para su revisión y análisis.</a:t>
            </a:r>
          </a:p>
          <a:p>
            <a:pPr marL="171450" lvl="0" indent="-171450" algn="l" rtl="0">
              <a:spcBef>
                <a:spcPts val="0"/>
              </a:spcBef>
              <a:spcAft>
                <a:spcPts val="0"/>
              </a:spcAft>
              <a:buFont typeface="Wingdings" panose="05000000000000000000" pitchFamily="2" charset="2"/>
              <a:buChar char="v"/>
            </a:pPr>
            <a:r>
              <a:rPr lang="es-ES" dirty="0"/>
              <a:t>Funcionalidad de respaldo y recuperación para garantizar la disponibilidad y seguridad de la información.</a:t>
            </a:r>
          </a:p>
          <a:p>
            <a:pPr marL="0" lvl="0" indent="0" algn="l" rtl="0">
              <a:spcBef>
                <a:spcPts val="0"/>
              </a:spcBef>
              <a:spcAft>
                <a:spcPts val="0"/>
              </a:spcAft>
              <a:buNone/>
            </a:pPr>
            <a:endParaRPr dirty="0"/>
          </a:p>
        </p:txBody>
      </p:sp>
      <p:graphicFrame>
        <p:nvGraphicFramePr>
          <p:cNvPr id="2" name="Tabla 1">
            <a:extLst>
              <a:ext uri="{FF2B5EF4-FFF2-40B4-BE49-F238E27FC236}">
                <a16:creationId xmlns:a16="http://schemas.microsoft.com/office/drawing/2014/main" id="{458FA3E7-86E2-2570-A680-6F623B06AB9D}"/>
              </a:ext>
            </a:extLst>
          </p:cNvPr>
          <p:cNvGraphicFramePr>
            <a:graphicFrameLocks noGrp="1"/>
          </p:cNvGraphicFramePr>
          <p:nvPr>
            <p:extLst>
              <p:ext uri="{D42A27DB-BD31-4B8C-83A1-F6EECF244321}">
                <p14:modId xmlns:p14="http://schemas.microsoft.com/office/powerpoint/2010/main" val="3184899260"/>
              </p:ext>
            </p:extLst>
          </p:nvPr>
        </p:nvGraphicFramePr>
        <p:xfrm>
          <a:off x="4855384" y="1006099"/>
          <a:ext cx="3881474" cy="3416301"/>
        </p:xfrm>
        <a:graphic>
          <a:graphicData uri="http://schemas.openxmlformats.org/drawingml/2006/table">
            <a:tbl>
              <a:tblPr firstRow="1" firstCol="1" bandRow="1"/>
              <a:tblGrid>
                <a:gridCol w="490287">
                  <a:extLst>
                    <a:ext uri="{9D8B030D-6E8A-4147-A177-3AD203B41FA5}">
                      <a16:colId xmlns:a16="http://schemas.microsoft.com/office/drawing/2014/main" val="2686747992"/>
                    </a:ext>
                  </a:extLst>
                </a:gridCol>
                <a:gridCol w="2505235">
                  <a:extLst>
                    <a:ext uri="{9D8B030D-6E8A-4147-A177-3AD203B41FA5}">
                      <a16:colId xmlns:a16="http://schemas.microsoft.com/office/drawing/2014/main" val="309928238"/>
                    </a:ext>
                  </a:extLst>
                </a:gridCol>
                <a:gridCol w="421991">
                  <a:extLst>
                    <a:ext uri="{9D8B030D-6E8A-4147-A177-3AD203B41FA5}">
                      <a16:colId xmlns:a16="http://schemas.microsoft.com/office/drawing/2014/main" val="263470775"/>
                    </a:ext>
                  </a:extLst>
                </a:gridCol>
                <a:gridCol w="463961">
                  <a:extLst>
                    <a:ext uri="{9D8B030D-6E8A-4147-A177-3AD203B41FA5}">
                      <a16:colId xmlns:a16="http://schemas.microsoft.com/office/drawing/2014/main" val="1272842383"/>
                    </a:ext>
                  </a:extLst>
                </a:gridCol>
              </a:tblGrid>
              <a:tr h="303634">
                <a:tc>
                  <a:txBody>
                    <a:bodyPr/>
                    <a:lstStyle/>
                    <a:p>
                      <a:pPr marR="55245" algn="ctr">
                        <a:lnSpc>
                          <a:spcPct val="150000"/>
                        </a:lnSpc>
                      </a:pPr>
                      <a:r>
                        <a:rPr lang="es-VE" sz="700" b="1" dirty="0">
                          <a:effectLst/>
                          <a:latin typeface="Times New Roman" panose="02020603050405020304" pitchFamily="18" charset="0"/>
                          <a:ea typeface="Arial" panose="020B0604020202020204" pitchFamily="34" charset="0"/>
                          <a:cs typeface="Times New Roman" panose="02020603050405020304" pitchFamily="18" charset="0"/>
                        </a:rPr>
                        <a:t>Código</a:t>
                      </a:r>
                      <a:endParaRPr lang="es-MX" sz="600" dirty="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Requerimiento</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Exigible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Prioridad</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60584853"/>
                  </a:ext>
                </a:extLst>
              </a:tr>
              <a:tr h="303634">
                <a:tc>
                  <a:txBody>
                    <a:bodyPr/>
                    <a:lstStyle/>
                    <a:p>
                      <a:pPr marR="55245"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RE01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La aplicación web contará con Validación de entrada de datos dentro del formulario.</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234810179"/>
                  </a:ext>
                </a:extLst>
              </a:tr>
              <a:tr h="150351">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RE02</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a:effectLst/>
                          <a:latin typeface="Times New Roman" panose="02020603050405020304" pitchFamily="18" charset="0"/>
                          <a:ea typeface="Calibri" panose="020F0502020204030204" pitchFamily="34" charset="0"/>
                          <a:cs typeface="Times New Roman" panose="02020603050405020304" pitchFamily="18" charset="0"/>
                        </a:rPr>
                        <a:t>Registro de información</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672074985"/>
                  </a:ext>
                </a:extLst>
              </a:tr>
              <a:tr h="152578">
                <a:tc>
                  <a:txBody>
                    <a:bodyPr/>
                    <a:lstStyle/>
                    <a:p>
                      <a:pPr marR="53975"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RE03</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R="67310" algn="just">
                        <a:lnSpc>
                          <a:spcPct val="150000"/>
                        </a:lnSpc>
                      </a:pPr>
                      <a:r>
                        <a:rPr lang="es-VE" sz="7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Generación de informes y estadísticas</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007400127"/>
                  </a:ext>
                </a:extLst>
              </a:tr>
              <a:tr h="213461">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RE04</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R="66675" algn="just">
                        <a:lnSpc>
                          <a:spcPct val="150000"/>
                        </a:lnSpc>
                        <a:tabLst>
                          <a:tab pos="358140" algn="l"/>
                          <a:tab pos="1036955" algn="l"/>
                          <a:tab pos="1531620" algn="l"/>
                          <a:tab pos="2151380" algn="l"/>
                          <a:tab pos="2804795" algn="l"/>
                        </a:tabLst>
                      </a:pPr>
                      <a:r>
                        <a:rPr lang="es-VE" sz="700">
                          <a:effectLst/>
                          <a:latin typeface="Times New Roman" panose="02020603050405020304" pitchFamily="18" charset="0"/>
                          <a:ea typeface="Calibri" panose="020F0502020204030204" pitchFamily="34" charset="0"/>
                          <a:cs typeface="Times New Roman" panose="02020603050405020304" pitchFamily="18" charset="0"/>
                        </a:rPr>
                        <a:t>Búsqueda y filtrado de información</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22943164"/>
                  </a:ext>
                </a:extLst>
              </a:tr>
              <a:tr h="147381">
                <a:tc>
                  <a:txBody>
                    <a:bodyPr/>
                    <a:lstStyle/>
                    <a:p>
                      <a:pPr marR="53340"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RE05</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ct val="150000"/>
                        </a:lnSpc>
                        <a:tabLst>
                          <a:tab pos="428625" algn="l"/>
                        </a:tabLst>
                      </a:pPr>
                      <a:r>
                        <a:rPr lang="es-VE" sz="7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Exportación de información</a:t>
                      </a: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246427230"/>
                  </a:ext>
                </a:extLst>
              </a:tr>
              <a:tr h="156662">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RE06</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Captar datos mediante formularios de ingreso de datos</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91707128"/>
                  </a:ext>
                </a:extLst>
              </a:tr>
              <a:tr h="303634">
                <a:tc>
                  <a:txBody>
                    <a:bodyPr/>
                    <a:lstStyle/>
                    <a:p>
                      <a:pPr marR="53340"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RE07</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R="66040" algn="just">
                        <a:lnSpc>
                          <a:spcPct val="150000"/>
                        </a:lnSpc>
                        <a:tabLst>
                          <a:tab pos="374650" algn="l"/>
                          <a:tab pos="1323340" algn="l"/>
                          <a:tab pos="1735455" algn="l"/>
                          <a:tab pos="2210435" algn="l"/>
                          <a:tab pos="2856865" algn="l"/>
                        </a:tabLst>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El sistema debe permitir visualizar y modificar de forma completa todos los datos dentro del Sistema.</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932105436"/>
                  </a:ext>
                </a:extLst>
              </a:tr>
              <a:tr h="175966">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RE08</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a:effectLst/>
                          <a:latin typeface="Times New Roman" panose="02020603050405020304" pitchFamily="18" charset="0"/>
                          <a:ea typeface="Times New Roman" panose="02020603050405020304" pitchFamily="18" charset="0"/>
                          <a:cs typeface="Times New Roman" panose="02020603050405020304" pitchFamily="18" charset="0"/>
                        </a:rPr>
                        <a:t>Módulos</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979515901"/>
                  </a:ext>
                </a:extLst>
              </a:tr>
              <a:tr h="143260">
                <a:tc>
                  <a:txBody>
                    <a:bodyPr/>
                    <a:lstStyle/>
                    <a:p>
                      <a:pPr marR="53340"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RE09</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ct val="150000"/>
                        </a:lnSpc>
                        <a:tabLst>
                          <a:tab pos="1343025" algn="l"/>
                        </a:tabLst>
                      </a:pPr>
                      <a:r>
                        <a:rPr lang="es-VE" sz="7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Roles</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981482982"/>
                  </a:ext>
                </a:extLst>
              </a:tr>
              <a:tr h="303634">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RE10</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 El sistema debe contar con opciones de seguridad de Acceso en todos sus niveles</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274293907"/>
                  </a:ext>
                </a:extLst>
              </a:tr>
              <a:tr h="184875">
                <a:tc>
                  <a:txBody>
                    <a:bodyPr/>
                    <a:lstStyle/>
                    <a:p>
                      <a:pPr marR="53340"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RE11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ct val="150000"/>
                        </a:lnSpc>
                      </a:pPr>
                      <a:r>
                        <a:rPr lang="es-VE" sz="7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Asignación de tareas a empleados de análisis de radiaciones.</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485119698"/>
                  </a:ext>
                </a:extLst>
              </a:tr>
              <a:tr h="264320">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RN12</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  EL sistema requiere uso de HTML5, CSS, JvScript y Bootstrap</a:t>
                      </a:r>
                      <a:r>
                        <a:rPr lang="es-VE" sz="700">
                          <a:effectLst/>
                          <a:latin typeface="Times New Roman" panose="02020603050405020304" pitchFamily="18" charset="0"/>
                          <a:ea typeface="Calibri" panose="020F0502020204030204" pitchFamily="34" charset="0"/>
                          <a:cs typeface="Times New Roman" panose="02020603050405020304" pitchFamily="18" charset="0"/>
                        </a:rPr>
                        <a:t>.</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10460369"/>
                  </a:ext>
                </a:extLst>
              </a:tr>
              <a:tr h="147381">
                <a:tc>
                  <a:txBody>
                    <a:bodyPr/>
                    <a:lstStyle/>
                    <a:p>
                      <a:pPr marR="53340"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RN13</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ct val="150000"/>
                        </a:lnSpc>
                      </a:pPr>
                      <a:r>
                        <a:rPr lang="es-VE" sz="7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Rendimiento</a:t>
                      </a: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826644757"/>
                  </a:ext>
                </a:extLst>
              </a:tr>
              <a:tr h="154434">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RN14</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El sistema será desarrollado en PHP.</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769223763"/>
                  </a:ext>
                </a:extLst>
              </a:tr>
              <a:tr h="157033">
                <a:tc>
                  <a:txBody>
                    <a:bodyPr/>
                    <a:lstStyle/>
                    <a:p>
                      <a:pPr marR="53340" algn="ctr">
                        <a:lnSpc>
                          <a:spcPct val="150000"/>
                        </a:lnSpc>
                      </a:pPr>
                      <a:r>
                        <a:rPr lang="es-VE" sz="7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RN15</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La Base de Datos se gestionará a través de MySQL</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pPr>
                      <a:r>
                        <a:rPr lang="es-VE" sz="7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096192192"/>
                  </a:ext>
                </a:extLst>
              </a:tr>
              <a:tr h="154063">
                <a:tc>
                  <a:txBody>
                    <a:bodyPr/>
                    <a:lstStyle/>
                    <a:p>
                      <a:pPr marR="53340" algn="ctr">
                        <a:lnSpc>
                          <a:spcPct val="150000"/>
                        </a:lnSpc>
                      </a:pPr>
                      <a:r>
                        <a:rPr lang="es-VE" sz="700" b="1">
                          <a:effectLst/>
                          <a:latin typeface="Times New Roman" panose="02020603050405020304" pitchFamily="18" charset="0"/>
                          <a:ea typeface="Arial" panose="020B0604020202020204" pitchFamily="34" charset="0"/>
                          <a:cs typeface="Times New Roman" panose="02020603050405020304" pitchFamily="18" charset="0"/>
                        </a:rPr>
                        <a:t>RN16</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pPr>
                      <a:r>
                        <a:rPr lang="es-VE" sz="700" dirty="0">
                          <a:effectLst/>
                          <a:latin typeface="Times New Roman" panose="02020603050405020304" pitchFamily="18" charset="0"/>
                          <a:ea typeface="Times New Roman" panose="02020603050405020304" pitchFamily="18" charset="0"/>
                          <a:cs typeface="Times New Roman" panose="02020603050405020304" pitchFamily="18" charset="0"/>
                        </a:rPr>
                        <a:t>Escalabilidad</a:t>
                      </a:r>
                      <a:endParaRPr lang="es-MX" sz="600" dirty="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a:effectLst/>
                          <a:latin typeface="Times New Roman" panose="02020603050405020304" pitchFamily="18" charset="0"/>
                          <a:ea typeface="Arial" panose="020B0604020202020204" pitchFamily="34" charset="0"/>
                          <a:cs typeface="Times New Roman" panose="02020603050405020304" pitchFamily="18" charset="0"/>
                        </a:rPr>
                        <a:t>E</a:t>
                      </a:r>
                      <a:endParaRPr lang="es-MX" sz="60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pPr>
                      <a:r>
                        <a:rPr lang="es-VE" sz="700" dirty="0">
                          <a:effectLst/>
                          <a:latin typeface="Times New Roman" panose="02020603050405020304" pitchFamily="18" charset="0"/>
                          <a:ea typeface="Arial" panose="020B0604020202020204" pitchFamily="34" charset="0"/>
                          <a:cs typeface="Times New Roman" panose="02020603050405020304" pitchFamily="18" charset="0"/>
                        </a:rPr>
                        <a:t>1</a:t>
                      </a:r>
                      <a:endParaRPr lang="es-MX" sz="600" dirty="0">
                        <a:effectLst/>
                        <a:latin typeface="Calibri" panose="020F0502020204030204" pitchFamily="34" charset="0"/>
                        <a:ea typeface="SimSun" panose="02010600030101010101" pitchFamily="2" charset="-122"/>
                        <a:cs typeface="Times New Roman" panose="02020603050405020304" pitchFamily="18" charset="0"/>
                      </a:endParaRPr>
                    </a:p>
                  </a:txBody>
                  <a:tcPr marL="40093" marR="4009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20150071"/>
                  </a:ext>
                </a:extLst>
              </a:tr>
            </a:tbl>
          </a:graphicData>
        </a:graphic>
      </p:graphicFrame>
      <p:pic>
        <p:nvPicPr>
          <p:cNvPr id="5" name="Imagen 4">
            <a:extLst>
              <a:ext uri="{FF2B5EF4-FFF2-40B4-BE49-F238E27FC236}">
                <a16:creationId xmlns:a16="http://schemas.microsoft.com/office/drawing/2014/main" id="{A82E7EA0-78FC-30FD-3079-8B4046F30F5A}"/>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80093" y="4717563"/>
            <a:ext cx="369900" cy="369900"/>
          </a:xfrm>
          <a:prstGeom prst="rect">
            <a:avLst/>
          </a:prstGeom>
        </p:spPr>
      </p:pic>
      <p:pic>
        <p:nvPicPr>
          <p:cNvPr id="6" name="Imagen 5">
            <a:extLst>
              <a:ext uri="{FF2B5EF4-FFF2-40B4-BE49-F238E27FC236}">
                <a16:creationId xmlns:a16="http://schemas.microsoft.com/office/drawing/2014/main" id="{D72A2DED-3676-0D34-B655-FB8E5E980D8A}"/>
              </a:ext>
            </a:extLst>
          </p:cNvPr>
          <p:cNvPicPr>
            <a:picLocks noChangeAspect="1"/>
          </p:cNvPicPr>
          <p:nvPr/>
        </p:nvPicPr>
        <p:blipFill>
          <a:blip r:embed="rId5"/>
          <a:stretch>
            <a:fillRect/>
          </a:stretch>
        </p:blipFill>
        <p:spPr>
          <a:xfrm>
            <a:off x="8736858" y="4717563"/>
            <a:ext cx="369900" cy="369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cxnSp>
        <p:nvCxnSpPr>
          <p:cNvPr id="524" name="Google Shape;524;p33"/>
          <p:cNvCxnSpPr/>
          <p:nvPr/>
        </p:nvCxnSpPr>
        <p:spPr>
          <a:xfrm>
            <a:off x="4572000" y="1298500"/>
            <a:ext cx="0" cy="3123900"/>
          </a:xfrm>
          <a:prstGeom prst="straightConnector1">
            <a:avLst/>
          </a:prstGeom>
          <a:noFill/>
          <a:ln w="9525" cap="flat" cmpd="sng">
            <a:solidFill>
              <a:schemeClr val="dk2"/>
            </a:solidFill>
            <a:prstDash val="solid"/>
            <a:round/>
            <a:headEnd type="none" w="med" len="med"/>
            <a:tailEnd type="none" w="med" len="med"/>
          </a:ln>
        </p:spPr>
      </p:cxnSp>
      <p:sp>
        <p:nvSpPr>
          <p:cNvPr id="525" name="Google Shape;525;p33"/>
          <p:cNvSpPr txBox="1">
            <a:spLocks noGrp="1"/>
          </p:cNvSpPr>
          <p:nvPr>
            <p:ph type="title"/>
          </p:nvPr>
        </p:nvSpPr>
        <p:spPr>
          <a:xfrm>
            <a:off x="720000" y="5442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Requisitos</a:t>
            </a:r>
            <a:endParaRPr dirty="0"/>
          </a:p>
        </p:txBody>
      </p:sp>
      <p:graphicFrame>
        <p:nvGraphicFramePr>
          <p:cNvPr id="6" name="Tabla 5">
            <a:extLst>
              <a:ext uri="{FF2B5EF4-FFF2-40B4-BE49-F238E27FC236}">
                <a16:creationId xmlns:a16="http://schemas.microsoft.com/office/drawing/2014/main" id="{14690D98-6964-DB78-C1B5-1EE6961468E7}"/>
              </a:ext>
            </a:extLst>
          </p:cNvPr>
          <p:cNvGraphicFramePr>
            <a:graphicFrameLocks noGrp="1"/>
          </p:cNvGraphicFramePr>
          <p:nvPr>
            <p:extLst>
              <p:ext uri="{D42A27DB-BD31-4B8C-83A1-F6EECF244321}">
                <p14:modId xmlns:p14="http://schemas.microsoft.com/office/powerpoint/2010/main" val="2213349781"/>
              </p:ext>
            </p:extLst>
          </p:nvPr>
        </p:nvGraphicFramePr>
        <p:xfrm>
          <a:off x="426275" y="1298500"/>
          <a:ext cx="3978863" cy="1495129"/>
        </p:xfrm>
        <a:graphic>
          <a:graphicData uri="http://schemas.openxmlformats.org/drawingml/2006/table">
            <a:tbl>
              <a:tblPr firstRow="1" firstCol="1" bandRow="1"/>
              <a:tblGrid>
                <a:gridCol w="781801">
                  <a:extLst>
                    <a:ext uri="{9D8B030D-6E8A-4147-A177-3AD203B41FA5}">
                      <a16:colId xmlns:a16="http://schemas.microsoft.com/office/drawing/2014/main" val="451699697"/>
                    </a:ext>
                  </a:extLst>
                </a:gridCol>
                <a:gridCol w="3197062">
                  <a:extLst>
                    <a:ext uri="{9D8B030D-6E8A-4147-A177-3AD203B41FA5}">
                      <a16:colId xmlns:a16="http://schemas.microsoft.com/office/drawing/2014/main" val="2378826014"/>
                    </a:ext>
                  </a:extLst>
                </a:gridCol>
              </a:tblGrid>
              <a:tr h="364750">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Nombre</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RE01 – La aplicación web contará con Validación de entrada de datos dentro del formulario.</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1976702698"/>
                  </a:ext>
                </a:extLst>
              </a:tr>
              <a:tr h="539319">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Descripción</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R="73025" algn="just">
                        <a:lnSpc>
                          <a:spcPct val="115000"/>
                        </a:lnSpc>
                        <a:spcBef>
                          <a:spcPts val="10"/>
                        </a:spcBef>
                        <a:spcAft>
                          <a:spcPts val="800"/>
                        </a:spcAft>
                      </a:pPr>
                      <a:r>
                        <a:rPr lang="es-VE" sz="900" dirty="0">
                          <a:effectLst/>
                          <a:latin typeface="Times New Roman" panose="02020603050405020304" pitchFamily="18" charset="0"/>
                          <a:ea typeface="Arial" panose="020B0604020202020204" pitchFamily="34" charset="0"/>
                          <a:cs typeface="Times New Roman" panose="02020603050405020304" pitchFamily="18" charset="0"/>
                        </a:rPr>
                        <a:t>La Validación de entrada de datos dentro de los formularios es un método donde se comprueba la corrección de los datos que se introduzcan en el sistema, asegurando…</a:t>
                      </a:r>
                      <a:endParaRPr lang="es-MX" sz="9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550474086"/>
                  </a:ext>
                </a:extLst>
              </a:tr>
              <a:tr h="146420">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Origen</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900">
                          <a:effectLst/>
                          <a:latin typeface="Times New Roman" panose="02020603050405020304" pitchFamily="18" charset="0"/>
                          <a:ea typeface="Arial" panose="020B0604020202020204" pitchFamily="34" charset="0"/>
                          <a:cs typeface="Times New Roman" panose="02020603050405020304" pitchFamily="18" charset="0"/>
                        </a:rPr>
                        <a:t>Seguridad</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730649580"/>
                  </a:ext>
                </a:extLst>
              </a:tr>
              <a:tr h="146420">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Costo</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900">
                          <a:effectLst/>
                          <a:latin typeface="Times New Roman" panose="02020603050405020304" pitchFamily="18" charset="0"/>
                          <a:ea typeface="Arial" panose="020B0604020202020204" pitchFamily="34" charset="0"/>
                          <a:cs typeface="Times New Roman" panose="02020603050405020304" pitchFamily="18" charset="0"/>
                        </a:rPr>
                        <a:t> 0</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731631099"/>
                  </a:ext>
                </a:extLst>
              </a:tr>
              <a:tr h="146420">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Riesgo</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900">
                          <a:effectLst/>
                          <a:latin typeface="Times New Roman" panose="02020603050405020304" pitchFamily="18" charset="0"/>
                          <a:ea typeface="Arial" panose="020B0604020202020204" pitchFamily="34" charset="0"/>
                          <a:cs typeface="Times New Roman" panose="02020603050405020304" pitchFamily="18" charset="0"/>
                        </a:rPr>
                        <a:t>Alto</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598600444"/>
                  </a:ext>
                </a:extLst>
              </a:tr>
              <a:tr h="146420">
                <a:tc>
                  <a:txBody>
                    <a:bodyPr/>
                    <a:lstStyle/>
                    <a:p>
                      <a:pPr>
                        <a:lnSpc>
                          <a:spcPct val="115000"/>
                        </a:lnSpc>
                        <a:spcAft>
                          <a:spcPts val="800"/>
                        </a:spcAft>
                      </a:pPr>
                      <a:r>
                        <a:rPr lang="es-VE" sz="900" b="1">
                          <a:effectLst/>
                          <a:latin typeface="Times New Roman" panose="02020603050405020304" pitchFamily="18" charset="0"/>
                          <a:ea typeface="Arial" panose="020B0604020202020204" pitchFamily="34" charset="0"/>
                          <a:cs typeface="Times New Roman" panose="02020603050405020304" pitchFamily="18" charset="0"/>
                        </a:rPr>
                        <a:t>Estabilidad</a:t>
                      </a:r>
                      <a:endParaRPr lang="es-MX" sz="9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900" dirty="0">
                          <a:effectLst/>
                          <a:latin typeface="Times New Roman" panose="02020603050405020304" pitchFamily="18" charset="0"/>
                          <a:ea typeface="Arial" panose="020B0604020202020204" pitchFamily="34" charset="0"/>
                          <a:cs typeface="Times New Roman" panose="02020603050405020304" pitchFamily="18" charset="0"/>
                        </a:rPr>
                        <a:t>Alta</a:t>
                      </a:r>
                      <a:endParaRPr lang="es-MX" sz="9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716461949"/>
                  </a:ext>
                </a:extLst>
              </a:tr>
            </a:tbl>
          </a:graphicData>
        </a:graphic>
      </p:graphicFrame>
      <p:graphicFrame>
        <p:nvGraphicFramePr>
          <p:cNvPr id="7" name="Tabla 6">
            <a:extLst>
              <a:ext uri="{FF2B5EF4-FFF2-40B4-BE49-F238E27FC236}">
                <a16:creationId xmlns:a16="http://schemas.microsoft.com/office/drawing/2014/main" id="{1C622740-C355-09E6-3FD6-1DB670321579}"/>
              </a:ext>
            </a:extLst>
          </p:cNvPr>
          <p:cNvGraphicFramePr>
            <a:graphicFrameLocks noGrp="1"/>
          </p:cNvGraphicFramePr>
          <p:nvPr>
            <p:extLst>
              <p:ext uri="{D42A27DB-BD31-4B8C-83A1-F6EECF244321}">
                <p14:modId xmlns:p14="http://schemas.microsoft.com/office/powerpoint/2010/main" val="1508653370"/>
              </p:ext>
            </p:extLst>
          </p:nvPr>
        </p:nvGraphicFramePr>
        <p:xfrm>
          <a:off x="426274" y="3132652"/>
          <a:ext cx="3978863" cy="1289748"/>
        </p:xfrm>
        <a:graphic>
          <a:graphicData uri="http://schemas.openxmlformats.org/drawingml/2006/table">
            <a:tbl>
              <a:tblPr firstRow="1" firstCol="1" bandRow="1"/>
              <a:tblGrid>
                <a:gridCol w="742535">
                  <a:extLst>
                    <a:ext uri="{9D8B030D-6E8A-4147-A177-3AD203B41FA5}">
                      <a16:colId xmlns:a16="http://schemas.microsoft.com/office/drawing/2014/main" val="4102496264"/>
                    </a:ext>
                  </a:extLst>
                </a:gridCol>
                <a:gridCol w="3236328">
                  <a:extLst>
                    <a:ext uri="{9D8B030D-6E8A-4147-A177-3AD203B41FA5}">
                      <a16:colId xmlns:a16="http://schemas.microsoft.com/office/drawing/2014/main" val="3065643314"/>
                    </a:ext>
                  </a:extLst>
                </a:gridCol>
              </a:tblGrid>
              <a:tr h="253402">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Nombre</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 RE06 – Captar datos mediante formularios de ingreso de datos</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324790266"/>
                  </a:ext>
                </a:extLst>
              </a:tr>
              <a:tr h="482962">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Descripción</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15000"/>
                        </a:lnSpc>
                        <a:spcAft>
                          <a:spcPts val="800"/>
                        </a:spcAft>
                      </a:pPr>
                      <a:r>
                        <a:rPr lang="es-VE" sz="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 el uso del formulario nos permitirá recolectar sólo datos necesarios, ya que, al tener campos estructurados y listas con opciones, evitamos que los usuarios escriban cosas que no necesitamos…</a:t>
                      </a:r>
                      <a:endParaRPr lang="es-MX" sz="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797800369"/>
                  </a:ext>
                </a:extLst>
              </a:tr>
              <a:tr h="13834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Origen</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Entrada de datos</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725678002"/>
                  </a:ext>
                </a:extLst>
              </a:tr>
              <a:tr h="13834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Costo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 0</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356658149"/>
                  </a:ext>
                </a:extLst>
              </a:tr>
              <a:tr h="13834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Riesgo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Alto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056185757"/>
                  </a:ext>
                </a:extLst>
              </a:tr>
              <a:tr h="13834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Estabilidad</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800" dirty="0">
                          <a:effectLst/>
                          <a:latin typeface="Times New Roman" panose="02020603050405020304" pitchFamily="18" charset="0"/>
                          <a:ea typeface="Arial" panose="020B0604020202020204" pitchFamily="34" charset="0"/>
                          <a:cs typeface="Times New Roman" panose="02020603050405020304" pitchFamily="18" charset="0"/>
                        </a:rPr>
                        <a:t>Alta</a:t>
                      </a:r>
                      <a:endParaRPr lang="es-MX" sz="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649440323"/>
                  </a:ext>
                </a:extLst>
              </a:tr>
            </a:tbl>
          </a:graphicData>
        </a:graphic>
      </p:graphicFrame>
      <p:graphicFrame>
        <p:nvGraphicFramePr>
          <p:cNvPr id="8" name="Tabla 7">
            <a:extLst>
              <a:ext uri="{FF2B5EF4-FFF2-40B4-BE49-F238E27FC236}">
                <a16:creationId xmlns:a16="http://schemas.microsoft.com/office/drawing/2014/main" id="{5AD94E6F-CD43-280F-AB69-662902E6CEB1}"/>
              </a:ext>
            </a:extLst>
          </p:cNvPr>
          <p:cNvGraphicFramePr>
            <a:graphicFrameLocks noGrp="1"/>
          </p:cNvGraphicFramePr>
          <p:nvPr>
            <p:extLst>
              <p:ext uri="{D42A27DB-BD31-4B8C-83A1-F6EECF244321}">
                <p14:modId xmlns:p14="http://schemas.microsoft.com/office/powerpoint/2010/main" val="470236450"/>
              </p:ext>
            </p:extLst>
          </p:nvPr>
        </p:nvGraphicFramePr>
        <p:xfrm>
          <a:off x="4749499" y="1298500"/>
          <a:ext cx="3893913" cy="1527608"/>
        </p:xfrm>
        <a:graphic>
          <a:graphicData uri="http://schemas.openxmlformats.org/drawingml/2006/table">
            <a:tbl>
              <a:tblPr firstRow="1" firstCol="1" bandRow="1"/>
              <a:tblGrid>
                <a:gridCol w="929345">
                  <a:extLst>
                    <a:ext uri="{9D8B030D-6E8A-4147-A177-3AD203B41FA5}">
                      <a16:colId xmlns:a16="http://schemas.microsoft.com/office/drawing/2014/main" val="1659785338"/>
                    </a:ext>
                  </a:extLst>
                </a:gridCol>
                <a:gridCol w="2964568">
                  <a:extLst>
                    <a:ext uri="{9D8B030D-6E8A-4147-A177-3AD203B41FA5}">
                      <a16:colId xmlns:a16="http://schemas.microsoft.com/office/drawing/2014/main" val="99724931"/>
                    </a:ext>
                  </a:extLst>
                </a:gridCol>
              </a:tblGrid>
              <a:tr h="239112">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Nombre</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15000"/>
                        </a:lnSpc>
                      </a:pPr>
                      <a:r>
                        <a:rPr lang="es-VE" sz="800" b="1">
                          <a:effectLst/>
                          <a:latin typeface="Times New Roman" panose="02020603050405020304" pitchFamily="18" charset="0"/>
                          <a:ea typeface="Arial" panose="020B0604020202020204" pitchFamily="34" charset="0"/>
                          <a:cs typeface="Times New Roman" panose="02020603050405020304" pitchFamily="18" charset="0"/>
                        </a:rPr>
                        <a:t>RN12 – El sistema requiere uso de HTML5, CSS, JavaScript y Bootstrap</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2472852414"/>
                  </a:ext>
                </a:extLst>
              </a:tr>
              <a:tr h="614391">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Descripción</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15000"/>
                        </a:lnSpc>
                      </a:pPr>
                      <a:r>
                        <a:rPr lang="es-VE" sz="800">
                          <a:effectLst/>
                          <a:latin typeface="Times New Roman" panose="02020603050405020304" pitchFamily="18" charset="0"/>
                          <a:ea typeface="Arial" panose="020B0604020202020204" pitchFamily="34" charset="0"/>
                          <a:cs typeface="Times New Roman" panose="02020603050405020304" pitchFamily="18" charset="0"/>
                        </a:rPr>
                        <a:t>Esto lenguajes de programación y de diseño nos ayudara </a:t>
                      </a:r>
                      <a:r>
                        <a:rPr lang="es-VE" sz="800">
                          <a:effectLst/>
                          <a:latin typeface="Times New Roman" panose="02020603050405020304" pitchFamily="18" charset="0"/>
                          <a:ea typeface="Calibri" panose="020F0502020204030204" pitchFamily="34" charset="0"/>
                          <a:cs typeface="Times New Roman" panose="02020603050405020304" pitchFamily="18" charset="0"/>
                        </a:rPr>
                        <a:t>a darle forma y apariencia a la página web, ya que nos ofrece una serie de componentes que facilitan la comunicación con el usuario.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4242288864"/>
                  </a:ext>
                </a:extLst>
              </a:tr>
              <a:tr h="192270">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Origen</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Lenguaje de Programación y Diseño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47272686"/>
                  </a:ext>
                </a:extLst>
              </a:tr>
              <a:tr h="150875">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Costo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 0</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912696220"/>
                  </a:ext>
                </a:extLst>
              </a:tr>
              <a:tr h="149241">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Riesgo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Alto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23290920"/>
                  </a:ext>
                </a:extLst>
              </a:tr>
              <a:tr h="149241">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Estabilidad</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800" dirty="0">
                          <a:effectLst/>
                          <a:latin typeface="Times New Roman" panose="02020603050405020304" pitchFamily="18" charset="0"/>
                          <a:ea typeface="Arial" panose="020B0604020202020204" pitchFamily="34" charset="0"/>
                          <a:cs typeface="Times New Roman" panose="02020603050405020304" pitchFamily="18" charset="0"/>
                        </a:rPr>
                        <a:t>Alta</a:t>
                      </a:r>
                      <a:endParaRPr lang="es-MX" sz="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035746569"/>
                  </a:ext>
                </a:extLst>
              </a:tr>
            </a:tbl>
          </a:graphicData>
        </a:graphic>
      </p:graphicFrame>
      <p:graphicFrame>
        <p:nvGraphicFramePr>
          <p:cNvPr id="9" name="Tabla 8">
            <a:extLst>
              <a:ext uri="{FF2B5EF4-FFF2-40B4-BE49-F238E27FC236}">
                <a16:creationId xmlns:a16="http://schemas.microsoft.com/office/drawing/2014/main" id="{DF7F018B-3CF2-5B5F-0C15-54DD607DE97F}"/>
              </a:ext>
            </a:extLst>
          </p:cNvPr>
          <p:cNvGraphicFramePr>
            <a:graphicFrameLocks noGrp="1"/>
          </p:cNvGraphicFramePr>
          <p:nvPr>
            <p:extLst>
              <p:ext uri="{D42A27DB-BD31-4B8C-83A1-F6EECF244321}">
                <p14:modId xmlns:p14="http://schemas.microsoft.com/office/powerpoint/2010/main" val="2130094102"/>
              </p:ext>
            </p:extLst>
          </p:nvPr>
        </p:nvGraphicFramePr>
        <p:xfrm>
          <a:off x="4749500" y="3007708"/>
          <a:ext cx="3893916" cy="1414692"/>
        </p:xfrm>
        <a:graphic>
          <a:graphicData uri="http://schemas.openxmlformats.org/drawingml/2006/table">
            <a:tbl>
              <a:tblPr firstRow="1" firstCol="1" bandRow="1"/>
              <a:tblGrid>
                <a:gridCol w="726681">
                  <a:extLst>
                    <a:ext uri="{9D8B030D-6E8A-4147-A177-3AD203B41FA5}">
                      <a16:colId xmlns:a16="http://schemas.microsoft.com/office/drawing/2014/main" val="4086539992"/>
                    </a:ext>
                  </a:extLst>
                </a:gridCol>
                <a:gridCol w="3167235">
                  <a:extLst>
                    <a:ext uri="{9D8B030D-6E8A-4147-A177-3AD203B41FA5}">
                      <a16:colId xmlns:a16="http://schemas.microsoft.com/office/drawing/2014/main" val="1726140991"/>
                    </a:ext>
                  </a:extLst>
                </a:gridCol>
              </a:tblGrid>
              <a:tr h="211211">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Nombre</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15000"/>
                        </a:lnSpc>
                      </a:pPr>
                      <a:r>
                        <a:rPr lang="es-VE" sz="800" b="1">
                          <a:effectLst/>
                          <a:latin typeface="Times New Roman" panose="02020603050405020304" pitchFamily="18" charset="0"/>
                          <a:ea typeface="Arial" panose="020B0604020202020204" pitchFamily="34" charset="0"/>
                          <a:cs typeface="Times New Roman" panose="02020603050405020304" pitchFamily="18" charset="0"/>
                        </a:rPr>
                        <a:t>RN14 – El sistema será desarrollado en PHP</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4019706003"/>
                  </a:ext>
                </a:extLst>
              </a:tr>
              <a:tr h="581048">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Descripción</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15000"/>
                        </a:lnSpc>
                      </a:pPr>
                      <a:r>
                        <a:rPr lang="es-VE" sz="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 utilización de este lenguaje es que es independiente de la plataforma, lo que significa que se puede usar en cualquier sistema operativo, es compatible con la mayoría de los navegadores web…</a:t>
                      </a:r>
                      <a:endParaRPr lang="es-MX" sz="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544850011"/>
                  </a:ext>
                </a:extLst>
              </a:tr>
              <a:tr h="169835">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Origen</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Entorno de Desarrollo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602338372"/>
                  </a:ext>
                </a:extLst>
              </a:tr>
              <a:tr h="15086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Costo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 0</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560253869"/>
                  </a:ext>
                </a:extLst>
              </a:tr>
              <a:tr h="15086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Riesgo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Aft>
                          <a:spcPts val="800"/>
                        </a:spcAft>
                      </a:pPr>
                      <a:r>
                        <a:rPr lang="es-VE" sz="800">
                          <a:effectLst/>
                          <a:latin typeface="Times New Roman" panose="02020603050405020304" pitchFamily="18" charset="0"/>
                          <a:ea typeface="Arial" panose="020B0604020202020204" pitchFamily="34" charset="0"/>
                          <a:cs typeface="Times New Roman" panose="02020603050405020304" pitchFamily="18" charset="0"/>
                        </a:rPr>
                        <a:t>Alto</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723941189"/>
                  </a:ext>
                </a:extLst>
              </a:tr>
              <a:tr h="150866">
                <a:tc>
                  <a:txBody>
                    <a:bodyPr/>
                    <a:lstStyle/>
                    <a:p>
                      <a:pPr>
                        <a:lnSpc>
                          <a:spcPct val="115000"/>
                        </a:lnSpc>
                        <a:spcAft>
                          <a:spcPts val="800"/>
                        </a:spcAft>
                      </a:pPr>
                      <a:r>
                        <a:rPr lang="es-VE" sz="800" b="1">
                          <a:effectLst/>
                          <a:latin typeface="Times New Roman" panose="02020603050405020304" pitchFamily="18" charset="0"/>
                          <a:ea typeface="Arial" panose="020B0604020202020204" pitchFamily="34" charset="0"/>
                          <a:cs typeface="Times New Roman" panose="02020603050405020304" pitchFamily="18" charset="0"/>
                        </a:rPr>
                        <a:t>Estabilidad</a:t>
                      </a:r>
                      <a:endParaRPr lang="es-MX" sz="8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nSpc>
                          <a:spcPct val="115000"/>
                        </a:lnSpc>
                        <a:spcBef>
                          <a:spcPts val="10"/>
                        </a:spcBef>
                        <a:spcAft>
                          <a:spcPts val="800"/>
                        </a:spcAft>
                      </a:pPr>
                      <a:r>
                        <a:rPr lang="es-VE" sz="800" dirty="0">
                          <a:effectLst/>
                          <a:latin typeface="Times New Roman" panose="02020603050405020304" pitchFamily="18" charset="0"/>
                          <a:ea typeface="Arial" panose="020B0604020202020204" pitchFamily="34" charset="0"/>
                          <a:cs typeface="Times New Roman" panose="02020603050405020304" pitchFamily="18" charset="0"/>
                        </a:rPr>
                        <a:t>Alta</a:t>
                      </a:r>
                      <a:endParaRPr lang="es-MX" sz="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67730548"/>
                  </a:ext>
                </a:extLst>
              </a:tr>
            </a:tbl>
          </a:graphicData>
        </a:graphic>
      </p:graphicFrame>
      <p:pic>
        <p:nvPicPr>
          <p:cNvPr id="10" name="Imagen 9">
            <a:extLst>
              <a:ext uri="{FF2B5EF4-FFF2-40B4-BE49-F238E27FC236}">
                <a16:creationId xmlns:a16="http://schemas.microsoft.com/office/drawing/2014/main" id="{05E198C8-84AE-D272-EC4F-ED1196202F73}"/>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80093" y="4717563"/>
            <a:ext cx="369900" cy="369900"/>
          </a:xfrm>
          <a:prstGeom prst="rect">
            <a:avLst/>
          </a:prstGeom>
        </p:spPr>
      </p:pic>
      <p:pic>
        <p:nvPicPr>
          <p:cNvPr id="11" name="Imagen 10">
            <a:extLst>
              <a:ext uri="{FF2B5EF4-FFF2-40B4-BE49-F238E27FC236}">
                <a16:creationId xmlns:a16="http://schemas.microsoft.com/office/drawing/2014/main" id="{BE1A769C-1CDF-2F53-D3F7-0EDD5AF0694C}"/>
              </a:ext>
            </a:extLst>
          </p:cNvPr>
          <p:cNvPicPr>
            <a:picLocks noChangeAspect="1"/>
          </p:cNvPicPr>
          <p:nvPr/>
        </p:nvPicPr>
        <p:blipFill>
          <a:blip r:embed="rId5"/>
          <a:stretch>
            <a:fillRect/>
          </a:stretch>
        </p:blipFill>
        <p:spPr>
          <a:xfrm>
            <a:off x="8694007" y="4717563"/>
            <a:ext cx="369900" cy="369900"/>
          </a:xfrm>
          <a:prstGeom prst="rect">
            <a:avLst/>
          </a:prstGeom>
        </p:spPr>
      </p:pic>
    </p:spTree>
    <p:extLst>
      <p:ext uri="{BB962C8B-B14F-4D97-AF65-F5344CB8AC3E}">
        <p14:creationId xmlns:p14="http://schemas.microsoft.com/office/powerpoint/2010/main" val="201845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7"/>
          <p:cNvSpPr txBox="1">
            <a:spLocks noGrp="1"/>
          </p:cNvSpPr>
          <p:nvPr>
            <p:ph type="subTitle" idx="1"/>
          </p:nvPr>
        </p:nvSpPr>
        <p:spPr>
          <a:xfrm>
            <a:off x="4235250" y="1413998"/>
            <a:ext cx="4193400" cy="26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1600" dirty="0"/>
              <a:t>Expresiones regulares de HTML para evitar ingresar datos indebidos, si pasa dicho paso, se hace una verificación a través de expresiones regulares en JavaScript que requiere del uso adecuado para poder enviar información; si pasa este método, se necesita pasar funciones en PHP que revisan el texto ingresado y en caso de conseguir símbolos no permitidos rechazan la acción que se está realizando…</a:t>
            </a:r>
            <a:endParaRPr sz="1600" dirty="0"/>
          </a:p>
        </p:txBody>
      </p:sp>
      <p:sp>
        <p:nvSpPr>
          <p:cNvPr id="369" name="Google Shape;369;p27"/>
          <p:cNvSpPr txBox="1">
            <a:spLocks noGrp="1"/>
          </p:cNvSpPr>
          <p:nvPr>
            <p:ph type="title"/>
          </p:nvPr>
        </p:nvSpPr>
        <p:spPr>
          <a:xfrm>
            <a:off x="4237075" y="538350"/>
            <a:ext cx="4193400" cy="10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VE" dirty="0"/>
              <a:t>Validaciones</a:t>
            </a:r>
            <a:endParaRPr dirty="0"/>
          </a:p>
        </p:txBody>
      </p:sp>
      <p:grpSp>
        <p:nvGrpSpPr>
          <p:cNvPr id="370" name="Google Shape;370;p27"/>
          <p:cNvGrpSpPr/>
          <p:nvPr/>
        </p:nvGrpSpPr>
        <p:grpSpPr>
          <a:xfrm>
            <a:off x="4279803" y="1161409"/>
            <a:ext cx="4107944" cy="113050"/>
            <a:chOff x="720125" y="3734875"/>
            <a:chExt cx="7721700" cy="113050"/>
          </a:xfrm>
        </p:grpSpPr>
        <p:cxnSp>
          <p:nvCxnSpPr>
            <p:cNvPr id="371" name="Google Shape;371;p27"/>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27"/>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373" name="Google Shape;373;p27"/>
          <p:cNvCxnSpPr/>
          <p:nvPr/>
        </p:nvCxnSpPr>
        <p:spPr>
          <a:xfrm>
            <a:off x="4103835" y="649800"/>
            <a:ext cx="0" cy="3790800"/>
          </a:xfrm>
          <a:prstGeom prst="straightConnector1">
            <a:avLst/>
          </a:prstGeom>
          <a:noFill/>
          <a:ln w="9525" cap="flat" cmpd="sng">
            <a:solidFill>
              <a:schemeClr val="dk2"/>
            </a:solidFill>
            <a:prstDash val="solid"/>
            <a:round/>
            <a:headEnd type="none" w="med" len="med"/>
            <a:tailEnd type="none" w="med" len="med"/>
          </a:ln>
        </p:spPr>
      </p:cxnSp>
      <p:pic>
        <p:nvPicPr>
          <p:cNvPr id="4" name="Marcador de posición de imagen 3">
            <a:extLst>
              <a:ext uri="{FF2B5EF4-FFF2-40B4-BE49-F238E27FC236}">
                <a16:creationId xmlns:a16="http://schemas.microsoft.com/office/drawing/2014/main" id="{EC958A98-1AF7-AE7F-D895-82151831FBE1}"/>
              </a:ext>
            </a:extLst>
          </p:cNvPr>
          <p:cNvPicPr>
            <a:picLocks noGrp="1" noChangeAspect="1"/>
          </p:cNvPicPr>
          <p:nvPr>
            <p:ph type="pic" idx="2"/>
          </p:nvPr>
        </p:nvPicPr>
        <p:blipFill>
          <a:blip r:embed="rId3">
            <a:extLst>
              <a:ext uri="{BEBA8EAE-BF5A-486C-A8C5-ECC9F3942E4B}">
                <a14:imgProps xmlns:a14="http://schemas.microsoft.com/office/drawing/2010/main">
                  <a14:imgLayer r:embed="rId4">
                    <a14:imgEffect>
                      <a14:artisticCutout/>
                    </a14:imgEffect>
                  </a14:imgLayer>
                </a14:imgProps>
              </a:ext>
            </a:extLst>
          </a:blip>
          <a:srcRect l="8029" r="8029"/>
          <a:stretch>
            <a:fillRect/>
          </a:stretch>
        </p:blipFill>
        <p:spPr/>
      </p:pic>
      <p:pic>
        <p:nvPicPr>
          <p:cNvPr id="6" name="Imagen 5">
            <a:extLst>
              <a:ext uri="{FF2B5EF4-FFF2-40B4-BE49-F238E27FC236}">
                <a16:creationId xmlns:a16="http://schemas.microsoft.com/office/drawing/2014/main" id="{76E87448-F3C6-15D0-4FE7-F73208438858}"/>
              </a:ext>
            </a:extLst>
          </p:cNvPr>
          <p:cNvPicPr>
            <a:picLocks noChangeAspect="1"/>
          </p:cNvPicPr>
          <p:nvPr/>
        </p:nvPicPr>
        <p:blipFill>
          <a:blip r:embed="rId5"/>
          <a:stretch>
            <a:fillRect/>
          </a:stretch>
        </p:blipFill>
        <p:spPr>
          <a:xfrm>
            <a:off x="8594775" y="4658934"/>
            <a:ext cx="435759" cy="435759"/>
          </a:xfrm>
          <a:prstGeom prst="rect">
            <a:avLst/>
          </a:prstGeom>
        </p:spPr>
      </p:pic>
    </p:spTree>
    <p:extLst>
      <p:ext uri="{BB962C8B-B14F-4D97-AF65-F5344CB8AC3E}">
        <p14:creationId xmlns:p14="http://schemas.microsoft.com/office/powerpoint/2010/main" val="2180424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7"/>
          <p:cNvSpPr txBox="1">
            <a:spLocks noGrp="1"/>
          </p:cNvSpPr>
          <p:nvPr>
            <p:ph type="subTitle" idx="1"/>
          </p:nvPr>
        </p:nvSpPr>
        <p:spPr>
          <a:xfrm>
            <a:off x="257277" y="1525448"/>
            <a:ext cx="4193400" cy="26922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v"/>
            </a:pPr>
            <a:r>
              <a:rPr lang="es-ES" sz="1600" dirty="0"/>
              <a:t>Auditoria: La aplicación podría llevar un registro de las acciones que realizan los usuarios en la aplicación.</a:t>
            </a:r>
          </a:p>
          <a:p>
            <a:pPr marL="285750" lvl="0" indent="-285750" algn="l" rtl="0">
              <a:spcBef>
                <a:spcPts val="0"/>
              </a:spcBef>
              <a:spcAft>
                <a:spcPts val="0"/>
              </a:spcAft>
              <a:buFont typeface="Wingdings" panose="05000000000000000000" pitchFamily="2" charset="2"/>
              <a:buChar char="v"/>
            </a:pPr>
            <a:r>
              <a:rPr lang="es-ES" sz="1600" dirty="0"/>
              <a:t>Seguridad: La aplicación podría contar con medidas de seguridad adicionales, como la autenticación de usuarios.</a:t>
            </a:r>
          </a:p>
          <a:p>
            <a:pPr marL="285750" lvl="0" indent="-285750" algn="l" rtl="0">
              <a:spcBef>
                <a:spcPts val="0"/>
              </a:spcBef>
              <a:spcAft>
                <a:spcPts val="0"/>
              </a:spcAft>
              <a:buFont typeface="Wingdings" panose="05000000000000000000" pitchFamily="2" charset="2"/>
              <a:buChar char="v"/>
            </a:pPr>
            <a:r>
              <a:rPr lang="es-ES" sz="1600" dirty="0"/>
              <a:t>Capacitación y soporte técnico: La aplicación podría contar con un equipo encargado de brindar capacitación y soporte técnico a los usuarios.</a:t>
            </a:r>
          </a:p>
        </p:txBody>
      </p:sp>
      <p:sp>
        <p:nvSpPr>
          <p:cNvPr id="369" name="Google Shape;369;p27"/>
          <p:cNvSpPr txBox="1">
            <a:spLocks noGrp="1"/>
          </p:cNvSpPr>
          <p:nvPr>
            <p:ph type="title"/>
          </p:nvPr>
        </p:nvSpPr>
        <p:spPr>
          <a:xfrm>
            <a:off x="259102" y="649800"/>
            <a:ext cx="4193400" cy="10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VE" dirty="0"/>
              <a:t>Servicios</a:t>
            </a:r>
            <a:endParaRPr dirty="0"/>
          </a:p>
        </p:txBody>
      </p:sp>
      <p:grpSp>
        <p:nvGrpSpPr>
          <p:cNvPr id="370" name="Google Shape;370;p27"/>
          <p:cNvGrpSpPr/>
          <p:nvPr/>
        </p:nvGrpSpPr>
        <p:grpSpPr>
          <a:xfrm>
            <a:off x="301830" y="1272859"/>
            <a:ext cx="4107944" cy="113050"/>
            <a:chOff x="720125" y="3734875"/>
            <a:chExt cx="7721700" cy="113050"/>
          </a:xfrm>
        </p:grpSpPr>
        <p:cxnSp>
          <p:nvCxnSpPr>
            <p:cNvPr id="371" name="Google Shape;371;p27"/>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27"/>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373" name="Google Shape;373;p27"/>
          <p:cNvCxnSpPr/>
          <p:nvPr/>
        </p:nvCxnSpPr>
        <p:spPr>
          <a:xfrm>
            <a:off x="4657815" y="589730"/>
            <a:ext cx="0" cy="3790800"/>
          </a:xfrm>
          <a:prstGeom prst="straightConnector1">
            <a:avLst/>
          </a:prstGeom>
          <a:noFill/>
          <a:ln w="9525" cap="flat" cmpd="sng">
            <a:solidFill>
              <a:schemeClr val="dk2"/>
            </a:solidFill>
            <a:prstDash val="solid"/>
            <a:round/>
            <a:headEnd type="none" w="med" len="med"/>
            <a:tailEnd type="none" w="med" len="med"/>
          </a:ln>
        </p:spPr>
      </p:cxnSp>
      <p:pic>
        <p:nvPicPr>
          <p:cNvPr id="4" name="Marcador de posición de imagen 3">
            <a:extLst>
              <a:ext uri="{FF2B5EF4-FFF2-40B4-BE49-F238E27FC236}">
                <a16:creationId xmlns:a16="http://schemas.microsoft.com/office/drawing/2014/main" id="{C769E316-56D3-B188-56A6-0568B1C9CBDF}"/>
              </a:ext>
            </a:extLst>
          </p:cNvPr>
          <p:cNvPicPr>
            <a:picLocks noGrp="1" noChangeAspect="1"/>
          </p:cNvPicPr>
          <p:nvPr>
            <p:ph type="pic" idx="2"/>
          </p:nvPr>
        </p:nvPicPr>
        <p:blipFill>
          <a:blip r:embed="rId3">
            <a:extLst>
              <a:ext uri="{BEBA8EAE-BF5A-486C-A8C5-ECC9F3942E4B}">
                <a14:imgProps xmlns:a14="http://schemas.microsoft.com/office/drawing/2010/main">
                  <a14:imgLayer r:embed="rId4">
                    <a14:imgEffect>
                      <a14:artisticMosiaicBubbles/>
                    </a14:imgEffect>
                  </a14:imgLayer>
                </a14:imgProps>
              </a:ext>
            </a:extLst>
          </a:blip>
          <a:srcRect l="8008" r="8008"/>
          <a:stretch>
            <a:fillRect/>
          </a:stretch>
        </p:blipFill>
        <p:spPr>
          <a:xfrm>
            <a:off x="5146675" y="649288"/>
            <a:ext cx="3179763" cy="3786187"/>
          </a:xfrm>
        </p:spPr>
      </p:pic>
      <p:pic>
        <p:nvPicPr>
          <p:cNvPr id="6" name="Imagen 5">
            <a:extLst>
              <a:ext uri="{FF2B5EF4-FFF2-40B4-BE49-F238E27FC236}">
                <a16:creationId xmlns:a16="http://schemas.microsoft.com/office/drawing/2014/main" id="{3C982694-69C3-C579-7748-D7557DCFC457}"/>
              </a:ext>
            </a:extLst>
          </p:cNvPr>
          <p:cNvPicPr>
            <a:picLocks noChangeAspect="1"/>
          </p:cNvPicPr>
          <p:nvPr/>
        </p:nvPicPr>
        <p:blipFill>
          <a:blip r:embed="rId5"/>
          <a:stretch>
            <a:fillRect/>
          </a:stretch>
        </p:blipFill>
        <p:spPr>
          <a:xfrm>
            <a:off x="0" y="4217648"/>
            <a:ext cx="746454" cy="746454"/>
          </a:xfrm>
          <a:prstGeom prst="rect">
            <a:avLst/>
          </a:prstGeom>
        </p:spPr>
      </p:pic>
    </p:spTree>
    <p:extLst>
      <p:ext uri="{BB962C8B-B14F-4D97-AF65-F5344CB8AC3E}">
        <p14:creationId xmlns:p14="http://schemas.microsoft.com/office/powerpoint/2010/main" val="1568866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0"/>
          <p:cNvSpPr txBox="1">
            <a:spLocks noGrp="1"/>
          </p:cNvSpPr>
          <p:nvPr>
            <p:ph type="title"/>
          </p:nvPr>
        </p:nvSpPr>
        <p:spPr>
          <a:xfrm>
            <a:off x="726977" y="654578"/>
            <a:ext cx="4763400" cy="46166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2000" dirty="0"/>
              <a:t>Manuales de rol de usuario</a:t>
            </a:r>
            <a:endParaRPr sz="2000" dirty="0"/>
          </a:p>
        </p:txBody>
      </p:sp>
      <p:sp>
        <p:nvSpPr>
          <p:cNvPr id="478" name="Google Shape;478;p30"/>
          <p:cNvSpPr txBox="1">
            <a:spLocks noGrp="1"/>
          </p:cNvSpPr>
          <p:nvPr>
            <p:ph type="subTitle" idx="1"/>
          </p:nvPr>
        </p:nvSpPr>
        <p:spPr>
          <a:xfrm>
            <a:off x="716550" y="1367350"/>
            <a:ext cx="4763400" cy="2917800"/>
          </a:xfrm>
          <a:prstGeom prst="rect">
            <a:avLst/>
          </a:prstGeom>
        </p:spPr>
        <p:txBody>
          <a:bodyPr spcFirstLastPara="1" wrap="square" lIns="91425" tIns="91425" rIns="91425" bIns="91425" anchor="t" anchorCtr="0">
            <a:noAutofit/>
          </a:bodyPr>
          <a:lstStyle/>
          <a:p>
            <a:pPr marL="274320" lvl="0" indent="-207009" algn="l" rtl="0">
              <a:spcBef>
                <a:spcPts val="0"/>
              </a:spcBef>
              <a:spcAft>
                <a:spcPts val="0"/>
              </a:spcAft>
              <a:buSzPts val="1100"/>
              <a:buChar char="●"/>
            </a:pPr>
            <a:r>
              <a:rPr lang="es-ES" u="sng" dirty="0"/>
              <a:t>Administrador</a:t>
            </a:r>
            <a:r>
              <a:rPr lang="es-ES" dirty="0"/>
              <a:t>: Este rol tiene el control total sobre el sistema de software y puede asignar y modificar roles de usuario según sea necesario.</a:t>
            </a:r>
          </a:p>
          <a:p>
            <a:pPr marL="274320" lvl="0" indent="-207009" algn="l" rtl="0">
              <a:spcBef>
                <a:spcPts val="0"/>
              </a:spcBef>
              <a:spcAft>
                <a:spcPts val="0"/>
              </a:spcAft>
              <a:buSzPts val="1100"/>
              <a:buChar char="●"/>
            </a:pPr>
            <a:endParaRPr lang="en" dirty="0"/>
          </a:p>
          <a:p>
            <a:pPr marL="274320" lvl="0" indent="-207009" algn="l" rtl="0">
              <a:spcBef>
                <a:spcPts val="0"/>
              </a:spcBef>
              <a:spcAft>
                <a:spcPts val="0"/>
              </a:spcAft>
              <a:buSzPts val="1100"/>
              <a:buChar char="●"/>
            </a:pPr>
            <a:r>
              <a:rPr lang="es-ES" u="sng" dirty="0"/>
              <a:t>Jefe de departamento</a:t>
            </a:r>
            <a:r>
              <a:rPr lang="es-ES" dirty="0"/>
              <a:t>: Este rol tiene permisos limitados dentro del sistema y puede crear, editar y borrar registros solo en áreas específicas del sistema.</a:t>
            </a:r>
          </a:p>
          <a:p>
            <a:pPr marL="274320" lvl="0" indent="-207009" algn="l" rtl="0">
              <a:spcBef>
                <a:spcPts val="0"/>
              </a:spcBef>
              <a:spcAft>
                <a:spcPts val="0"/>
              </a:spcAft>
              <a:buSzPts val="1100"/>
              <a:buChar char="●"/>
            </a:pPr>
            <a:endParaRPr lang="es-ES" dirty="0"/>
          </a:p>
          <a:p>
            <a:pPr marL="274320" lvl="0" indent="-207009" algn="l" rtl="0">
              <a:spcBef>
                <a:spcPts val="0"/>
              </a:spcBef>
              <a:spcAft>
                <a:spcPts val="0"/>
              </a:spcAft>
              <a:buSzPts val="1100"/>
              <a:buChar char="●"/>
            </a:pPr>
            <a:r>
              <a:rPr lang="es-ES" u="sng" dirty="0"/>
              <a:t>Empleado</a:t>
            </a:r>
            <a:r>
              <a:rPr lang="es-ES" dirty="0"/>
              <a:t>: Este rol solo tiene permisos para ver registros, generar informes y estadísticas. Este rol no puede crear, editar o borrar registros en el sistema.</a:t>
            </a:r>
          </a:p>
          <a:p>
            <a:pPr marL="274320" lvl="0" indent="-207009" algn="l" rtl="0">
              <a:spcBef>
                <a:spcPts val="0"/>
              </a:spcBef>
              <a:spcAft>
                <a:spcPts val="0"/>
              </a:spcAft>
              <a:buSzPts val="1100"/>
              <a:buChar char="●"/>
            </a:pPr>
            <a:endParaRPr lang="es-ES" dirty="0"/>
          </a:p>
          <a:p>
            <a:pPr marL="274320" lvl="0" indent="-207009" algn="l" rtl="0">
              <a:spcBef>
                <a:spcPts val="0"/>
              </a:spcBef>
              <a:spcAft>
                <a:spcPts val="0"/>
              </a:spcAft>
              <a:buSzPts val="1100"/>
              <a:buChar char="●"/>
            </a:pPr>
            <a:r>
              <a:rPr lang="es-ES" u="sng" dirty="0"/>
              <a:t>Sin asignar</a:t>
            </a:r>
            <a:r>
              <a:rPr lang="es-ES" dirty="0"/>
              <a:t>: Este rol es para nuevos usuarios que han solicitado acceso al sistema, pero aún no han sido asignados a un rol. Este rol no tiene acceso al sistema hasta que se le haya asignado un rol por un administrador.</a:t>
            </a:r>
            <a:endParaRPr dirty="0"/>
          </a:p>
        </p:txBody>
      </p:sp>
      <p:grpSp>
        <p:nvGrpSpPr>
          <p:cNvPr id="479" name="Google Shape;479;p30"/>
          <p:cNvGrpSpPr/>
          <p:nvPr/>
        </p:nvGrpSpPr>
        <p:grpSpPr>
          <a:xfrm flipH="1">
            <a:off x="726977" y="1213747"/>
            <a:ext cx="4707148" cy="113050"/>
            <a:chOff x="720125" y="3734875"/>
            <a:chExt cx="7721700" cy="113050"/>
          </a:xfrm>
        </p:grpSpPr>
        <p:cxnSp>
          <p:nvCxnSpPr>
            <p:cNvPr id="480" name="Google Shape;480;p30"/>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481" name="Google Shape;481;p30"/>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cxnSp>
        <p:nvCxnSpPr>
          <p:cNvPr id="482" name="Google Shape;482;p30"/>
          <p:cNvCxnSpPr/>
          <p:nvPr/>
        </p:nvCxnSpPr>
        <p:spPr>
          <a:xfrm>
            <a:off x="5739465" y="649800"/>
            <a:ext cx="0" cy="3790800"/>
          </a:xfrm>
          <a:prstGeom prst="straightConnector1">
            <a:avLst/>
          </a:prstGeom>
          <a:noFill/>
          <a:ln w="9525" cap="flat" cmpd="sng">
            <a:solidFill>
              <a:schemeClr val="dk2"/>
            </a:solidFill>
            <a:prstDash val="solid"/>
            <a:round/>
            <a:headEnd type="none" w="med" len="med"/>
            <a:tailEnd type="none" w="med" len="med"/>
          </a:ln>
        </p:spPr>
      </p:cxnSp>
      <p:pic>
        <p:nvPicPr>
          <p:cNvPr id="5" name="Marcador de posición de imagen 4">
            <a:extLst>
              <a:ext uri="{FF2B5EF4-FFF2-40B4-BE49-F238E27FC236}">
                <a16:creationId xmlns:a16="http://schemas.microsoft.com/office/drawing/2014/main" id="{A0E1D691-6AD8-52BB-A162-2FA0A4F70A25}"/>
              </a:ext>
            </a:extLst>
          </p:cNvPr>
          <p:cNvPicPr>
            <a:picLocks noGrp="1" noChangeAspect="1"/>
          </p:cNvPicPr>
          <p:nvPr>
            <p:ph type="pic" idx="2"/>
          </p:nvPr>
        </p:nvPicPr>
        <p:blipFill>
          <a:blip r:embed="rId3">
            <a:extLst>
              <a:ext uri="{BEBA8EAE-BF5A-486C-A8C5-ECC9F3942E4B}">
                <a14:imgProps xmlns:a14="http://schemas.microsoft.com/office/drawing/2010/main">
                  <a14:imgLayer r:embed="rId4">
                    <a14:imgEffect>
                      <a14:artisticMarker/>
                    </a14:imgEffect>
                  </a14:imgLayer>
                </a14:imgProps>
              </a:ext>
            </a:extLst>
          </a:blip>
          <a:stretch>
            <a:fillRect/>
          </a:stretch>
        </p:blipFill>
        <p:spPr>
          <a:xfrm>
            <a:off x="6044806" y="1213746"/>
            <a:ext cx="2669539" cy="26695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3" name="Google Shape;5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Lenguajes Utilizados</a:t>
            </a:r>
            <a:endParaRPr dirty="0"/>
          </a:p>
        </p:txBody>
      </p:sp>
      <p:graphicFrame>
        <p:nvGraphicFramePr>
          <p:cNvPr id="535" name="Google Shape;535;p34"/>
          <p:cNvGraphicFramePr/>
          <p:nvPr>
            <p:extLst>
              <p:ext uri="{D42A27DB-BD31-4B8C-83A1-F6EECF244321}">
                <p14:modId xmlns:p14="http://schemas.microsoft.com/office/powerpoint/2010/main" val="899085795"/>
              </p:ext>
            </p:extLst>
          </p:nvPr>
        </p:nvGraphicFramePr>
        <p:xfrm>
          <a:off x="4849125" y="2326725"/>
          <a:ext cx="3574875" cy="1639100"/>
        </p:xfrm>
        <a:graphic>
          <a:graphicData uri="http://schemas.openxmlformats.org/drawingml/2006/table">
            <a:tbl>
              <a:tblPr>
                <a:noFill/>
                <a:tableStyleId>{3403910D-2955-4828-AFD4-95A313964508}</a:tableStyleId>
              </a:tblPr>
              <a:tblGrid>
                <a:gridCol w="1595925">
                  <a:extLst>
                    <a:ext uri="{9D8B030D-6E8A-4147-A177-3AD203B41FA5}">
                      <a16:colId xmlns:a16="http://schemas.microsoft.com/office/drawing/2014/main" val="20000"/>
                    </a:ext>
                  </a:extLst>
                </a:gridCol>
                <a:gridCol w="362892">
                  <a:extLst>
                    <a:ext uri="{9D8B030D-6E8A-4147-A177-3AD203B41FA5}">
                      <a16:colId xmlns:a16="http://schemas.microsoft.com/office/drawing/2014/main" val="20001"/>
                    </a:ext>
                  </a:extLst>
                </a:gridCol>
                <a:gridCol w="1616058">
                  <a:extLst>
                    <a:ext uri="{9D8B030D-6E8A-4147-A177-3AD203B41FA5}">
                      <a16:colId xmlns:a16="http://schemas.microsoft.com/office/drawing/2014/main" val="20002"/>
                    </a:ext>
                  </a:extLst>
                </a:gridCol>
              </a:tblGrid>
              <a:tr h="409775">
                <a:tc>
                  <a:txBody>
                    <a:bodyPr/>
                    <a:lstStyle/>
                    <a:p>
                      <a:pPr marL="0" lvl="0" indent="0" algn="l" rtl="0">
                        <a:spcBef>
                          <a:spcPts val="0"/>
                        </a:spcBef>
                        <a:spcAft>
                          <a:spcPts val="0"/>
                        </a:spcAft>
                        <a:buNone/>
                      </a:pPr>
                      <a:r>
                        <a:rPr lang="en" sz="1400" dirty="0">
                          <a:latin typeface="Ultra"/>
                          <a:ea typeface="Ultra"/>
                          <a:cs typeface="Ultra"/>
                          <a:sym typeface="Ultra"/>
                        </a:rPr>
                        <a:t>HTML</a:t>
                      </a:r>
                      <a:endParaRPr sz="1400" dirty="0">
                        <a:latin typeface="Ultra"/>
                        <a:ea typeface="Ultra"/>
                        <a:cs typeface="Ultra"/>
                        <a:sym typeface="Ultra"/>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dirty="0">
                        <a:solidFill>
                          <a:schemeClr val="lt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95959">
                        <a:alpha val="80000"/>
                      </a:srgbClr>
                    </a:solidFill>
                  </a:tcPr>
                </a:tc>
                <a:tc>
                  <a:txBody>
                    <a:bodyPr/>
                    <a:lstStyle/>
                    <a:p>
                      <a:pPr marL="0" lvl="0" indent="0" algn="ctr" rtl="0">
                        <a:spcBef>
                          <a:spcPts val="0"/>
                        </a:spcBef>
                        <a:spcAft>
                          <a:spcPts val="0"/>
                        </a:spcAft>
                        <a:buNone/>
                      </a:pPr>
                      <a:r>
                        <a:rPr lang="en" dirty="0">
                          <a:solidFill>
                            <a:schemeClr val="dk1"/>
                          </a:solidFill>
                          <a:latin typeface="Albert Sans"/>
                          <a:ea typeface="Albert Sans"/>
                          <a:cs typeface="Albert Sans"/>
                          <a:sym typeface="Albert Sans"/>
                        </a:rPr>
                        <a:t>6%</a:t>
                      </a:r>
                      <a:endParaRPr dirty="0">
                        <a:solidFill>
                          <a:schemeClr val="dk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CACA">
                        <a:alpha val="80000"/>
                      </a:srgbClr>
                    </a:solidFill>
                  </a:tcPr>
                </a:tc>
                <a:extLst>
                  <a:ext uri="{0D108BD9-81ED-4DB2-BD59-A6C34878D82A}">
                    <a16:rowId xmlns:a16="http://schemas.microsoft.com/office/drawing/2014/main" val="10000"/>
                  </a:ext>
                </a:extLst>
              </a:tr>
              <a:tr h="409775">
                <a:tc>
                  <a:txBody>
                    <a:bodyPr/>
                    <a:lstStyle/>
                    <a:p>
                      <a:pPr marL="0" lvl="0" indent="0" algn="l" rtl="0">
                        <a:spcBef>
                          <a:spcPts val="0"/>
                        </a:spcBef>
                        <a:spcAft>
                          <a:spcPts val="0"/>
                        </a:spcAft>
                        <a:buNone/>
                      </a:pPr>
                      <a:r>
                        <a:rPr lang="en" sz="1400" dirty="0">
                          <a:latin typeface="Ultra"/>
                          <a:ea typeface="Ultra"/>
                          <a:cs typeface="Ultra"/>
                          <a:sym typeface="Ultra"/>
                        </a:rPr>
                        <a:t>PHP</a:t>
                      </a:r>
                      <a:endParaRPr sz="1400" dirty="0">
                        <a:latin typeface="Ultra"/>
                        <a:ea typeface="Ultra"/>
                        <a:cs typeface="Ultra"/>
                        <a:sym typeface="Ultra"/>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dirty="0">
                        <a:solidFill>
                          <a:schemeClr val="lt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95959">
                        <a:alpha val="80000"/>
                      </a:srgbClr>
                    </a:solidFill>
                  </a:tcPr>
                </a:tc>
                <a:tc>
                  <a:txBody>
                    <a:bodyPr/>
                    <a:lstStyle/>
                    <a:p>
                      <a:pPr marL="0" lvl="0" indent="0" algn="ctr" rtl="0">
                        <a:spcBef>
                          <a:spcPts val="0"/>
                        </a:spcBef>
                        <a:spcAft>
                          <a:spcPts val="0"/>
                        </a:spcAft>
                        <a:buNone/>
                      </a:pPr>
                      <a:r>
                        <a:rPr lang="en" dirty="0">
                          <a:solidFill>
                            <a:schemeClr val="dk1"/>
                          </a:solidFill>
                          <a:latin typeface="Albert Sans"/>
                          <a:ea typeface="Albert Sans"/>
                          <a:cs typeface="Albert Sans"/>
                          <a:sym typeface="Albert Sans"/>
                        </a:rPr>
                        <a:t>80%</a:t>
                      </a:r>
                      <a:endParaRPr dirty="0">
                        <a:solidFill>
                          <a:schemeClr val="dk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CACA">
                        <a:alpha val="80000"/>
                      </a:srgbClr>
                    </a:solidFill>
                  </a:tcPr>
                </a:tc>
                <a:extLst>
                  <a:ext uri="{0D108BD9-81ED-4DB2-BD59-A6C34878D82A}">
                    <a16:rowId xmlns:a16="http://schemas.microsoft.com/office/drawing/2014/main" val="10001"/>
                  </a:ext>
                </a:extLst>
              </a:tr>
              <a:tr h="409775">
                <a:tc>
                  <a:txBody>
                    <a:bodyPr/>
                    <a:lstStyle/>
                    <a:p>
                      <a:pPr marL="0" lvl="0" indent="0" algn="l" rtl="0">
                        <a:spcBef>
                          <a:spcPts val="0"/>
                        </a:spcBef>
                        <a:spcAft>
                          <a:spcPts val="0"/>
                        </a:spcAft>
                        <a:buNone/>
                      </a:pPr>
                      <a:r>
                        <a:rPr lang="en" sz="1400" dirty="0">
                          <a:latin typeface="Ultra"/>
                          <a:ea typeface="Ultra"/>
                          <a:cs typeface="Ultra"/>
                          <a:sym typeface="Ultra"/>
                        </a:rPr>
                        <a:t>Bootstrap</a:t>
                      </a:r>
                      <a:endParaRPr sz="1400" dirty="0">
                        <a:latin typeface="Ultra"/>
                        <a:ea typeface="Ultra"/>
                        <a:cs typeface="Ultra"/>
                        <a:sym typeface="Ultra"/>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dirty="0">
                        <a:solidFill>
                          <a:schemeClr val="lt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95959">
                        <a:alpha val="80000"/>
                      </a:srgbClr>
                    </a:solidFill>
                  </a:tcPr>
                </a:tc>
                <a:tc>
                  <a:txBody>
                    <a:bodyPr/>
                    <a:lstStyle/>
                    <a:p>
                      <a:pPr marL="0" lvl="0" indent="0" algn="ctr" rtl="0">
                        <a:spcBef>
                          <a:spcPts val="0"/>
                        </a:spcBef>
                        <a:spcAft>
                          <a:spcPts val="0"/>
                        </a:spcAft>
                        <a:buNone/>
                      </a:pPr>
                      <a:r>
                        <a:rPr lang="en" dirty="0">
                          <a:solidFill>
                            <a:schemeClr val="dk1"/>
                          </a:solidFill>
                          <a:latin typeface="Albert Sans"/>
                          <a:ea typeface="Albert Sans"/>
                          <a:cs typeface="Albert Sans"/>
                          <a:sym typeface="Albert Sans"/>
                        </a:rPr>
                        <a:t>5%</a:t>
                      </a:r>
                      <a:endParaRPr dirty="0">
                        <a:solidFill>
                          <a:schemeClr val="dk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CACA">
                        <a:alpha val="80000"/>
                      </a:srgbClr>
                    </a:solidFill>
                  </a:tcPr>
                </a:tc>
                <a:extLst>
                  <a:ext uri="{0D108BD9-81ED-4DB2-BD59-A6C34878D82A}">
                    <a16:rowId xmlns:a16="http://schemas.microsoft.com/office/drawing/2014/main" val="10002"/>
                  </a:ext>
                </a:extLst>
              </a:tr>
              <a:tr h="409775">
                <a:tc>
                  <a:txBody>
                    <a:bodyPr/>
                    <a:lstStyle/>
                    <a:p>
                      <a:pPr marL="0" lvl="0" indent="0" algn="l" rtl="0">
                        <a:spcBef>
                          <a:spcPts val="0"/>
                        </a:spcBef>
                        <a:spcAft>
                          <a:spcPts val="0"/>
                        </a:spcAft>
                        <a:buNone/>
                      </a:pPr>
                      <a:r>
                        <a:rPr lang="en" sz="1400" dirty="0">
                          <a:latin typeface="Ultra"/>
                          <a:ea typeface="Ultra"/>
                          <a:cs typeface="Ultra"/>
                          <a:sym typeface="Ultra"/>
                        </a:rPr>
                        <a:t>JavaScript</a:t>
                      </a:r>
                      <a:endParaRPr sz="1400" dirty="0">
                        <a:latin typeface="Ultra"/>
                        <a:ea typeface="Ultra"/>
                        <a:cs typeface="Ultra"/>
                        <a:sym typeface="Ultra"/>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dirty="0">
                        <a:solidFill>
                          <a:schemeClr val="lt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95959">
                        <a:alpha val="80000"/>
                      </a:srgbClr>
                    </a:solidFill>
                  </a:tcPr>
                </a:tc>
                <a:tc>
                  <a:txBody>
                    <a:bodyPr/>
                    <a:lstStyle/>
                    <a:p>
                      <a:pPr marL="0" lvl="0" indent="0" algn="ctr" rtl="0">
                        <a:spcBef>
                          <a:spcPts val="0"/>
                        </a:spcBef>
                        <a:spcAft>
                          <a:spcPts val="0"/>
                        </a:spcAft>
                        <a:buNone/>
                      </a:pPr>
                      <a:r>
                        <a:rPr lang="en" dirty="0">
                          <a:solidFill>
                            <a:schemeClr val="dk1"/>
                          </a:solidFill>
                          <a:latin typeface="Albert Sans"/>
                          <a:ea typeface="Albert Sans"/>
                          <a:cs typeface="Albert Sans"/>
                          <a:sym typeface="Albert Sans"/>
                        </a:rPr>
                        <a:t>9%</a:t>
                      </a:r>
                      <a:endParaRPr dirty="0">
                        <a:solidFill>
                          <a:schemeClr val="dk1"/>
                        </a:solidFill>
                        <a:latin typeface="Albert Sans"/>
                        <a:ea typeface="Albert Sans"/>
                        <a:cs typeface="Albert Sans"/>
                        <a:sym typeface="Albert Sans"/>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CACA">
                        <a:alpha val="80000"/>
                      </a:srgbClr>
                    </a:solidFill>
                  </a:tcPr>
                </a:tc>
                <a:extLst>
                  <a:ext uri="{0D108BD9-81ED-4DB2-BD59-A6C34878D82A}">
                    <a16:rowId xmlns:a16="http://schemas.microsoft.com/office/drawing/2014/main" val="10003"/>
                  </a:ext>
                </a:extLst>
              </a:tr>
            </a:tbl>
          </a:graphicData>
        </a:graphic>
      </p:graphicFrame>
      <p:sp>
        <p:nvSpPr>
          <p:cNvPr id="536" name="Google Shape;536;p34"/>
          <p:cNvSpPr txBox="1"/>
          <p:nvPr/>
        </p:nvSpPr>
        <p:spPr>
          <a:xfrm flipH="1">
            <a:off x="4849200" y="1338925"/>
            <a:ext cx="3574800" cy="90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200" dirty="0">
                <a:solidFill>
                  <a:schemeClr val="dk1"/>
                </a:solidFill>
                <a:latin typeface="Albert Sans"/>
                <a:ea typeface="Albert Sans"/>
                <a:cs typeface="Albert Sans"/>
                <a:sym typeface="Albert Sans"/>
              </a:rPr>
              <a:t>HTML, CSS, JavaScript y PHP son lenguajes de programación utilizados en el desarrollo de aplicaciones web.</a:t>
            </a:r>
            <a:endParaRPr sz="1200" dirty="0">
              <a:solidFill>
                <a:schemeClr val="dk1"/>
              </a:solidFill>
              <a:latin typeface="Albert Sans"/>
              <a:ea typeface="Albert Sans"/>
              <a:cs typeface="Albert Sans"/>
              <a:sym typeface="Albert Sans"/>
            </a:endParaRPr>
          </a:p>
        </p:txBody>
      </p:sp>
      <p:cxnSp>
        <p:nvCxnSpPr>
          <p:cNvPr id="537" name="Google Shape;537;p34"/>
          <p:cNvCxnSpPr/>
          <p:nvPr/>
        </p:nvCxnSpPr>
        <p:spPr>
          <a:xfrm>
            <a:off x="4665600" y="1402150"/>
            <a:ext cx="0" cy="2640300"/>
          </a:xfrm>
          <a:prstGeom prst="straightConnector1">
            <a:avLst/>
          </a:prstGeom>
          <a:noFill/>
          <a:ln w="9525" cap="flat" cmpd="sng">
            <a:solidFill>
              <a:schemeClr val="dk2"/>
            </a:solidFill>
            <a:prstDash val="solid"/>
            <a:round/>
            <a:headEnd type="none" w="med" len="med"/>
            <a:tailEnd type="none" w="med" len="med"/>
          </a:ln>
        </p:spPr>
      </p:cxnSp>
      <p:cxnSp>
        <p:nvCxnSpPr>
          <p:cNvPr id="6" name="Google Shape;8188;p47">
            <a:extLst>
              <a:ext uri="{FF2B5EF4-FFF2-40B4-BE49-F238E27FC236}">
                <a16:creationId xmlns:a16="http://schemas.microsoft.com/office/drawing/2014/main" id="{38603F87-C46C-C8E9-4CD4-69171D411D55}"/>
              </a:ext>
            </a:extLst>
          </p:cNvPr>
          <p:cNvCxnSpPr/>
          <p:nvPr/>
        </p:nvCxnSpPr>
        <p:spPr>
          <a:xfrm>
            <a:off x="823897" y="4122892"/>
            <a:ext cx="3259929" cy="0"/>
          </a:xfrm>
          <a:prstGeom prst="straightConnector1">
            <a:avLst/>
          </a:prstGeom>
          <a:noFill/>
          <a:ln w="9525" cap="flat" cmpd="sng">
            <a:solidFill>
              <a:srgbClr val="E3E9ED"/>
            </a:solidFill>
            <a:prstDash val="solid"/>
            <a:round/>
            <a:headEnd type="none" w="med" len="med"/>
            <a:tailEnd type="none" w="med" len="med"/>
          </a:ln>
        </p:spPr>
      </p:cxnSp>
      <p:pic>
        <p:nvPicPr>
          <p:cNvPr id="554" name="Imagen 553">
            <a:extLst>
              <a:ext uri="{FF2B5EF4-FFF2-40B4-BE49-F238E27FC236}">
                <a16:creationId xmlns:a16="http://schemas.microsoft.com/office/drawing/2014/main" id="{951564E5-92E8-949E-565C-6D872107E0C7}"/>
              </a:ext>
            </a:extLst>
          </p:cNvPr>
          <p:cNvPicPr>
            <a:picLocks noChangeAspect="1"/>
          </p:cNvPicPr>
          <p:nvPr/>
        </p:nvPicPr>
        <p:blipFill>
          <a:blip r:embed="rId3"/>
          <a:stretch>
            <a:fillRect/>
          </a:stretch>
        </p:blipFill>
        <p:spPr>
          <a:xfrm>
            <a:off x="871150" y="1167446"/>
            <a:ext cx="3304438" cy="33044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4">
            <a:extLst>
              <a:ext uri="{FF2B5EF4-FFF2-40B4-BE49-F238E27FC236}">
                <a16:creationId xmlns:a16="http://schemas.microsoft.com/office/drawing/2014/main" id="{25483116-19F2-C75B-CAEA-A197F3628C3B}"/>
              </a:ext>
            </a:extLst>
          </p:cNvPr>
          <p:cNvPicPr>
            <a:picLocks noGrp="1" noChangeAspect="1"/>
          </p:cNvPicPr>
          <p:nvPr>
            <p:ph type="pic" idx="2"/>
          </p:nvPr>
        </p:nvPicPr>
        <p:blipFill>
          <a:blip r:embed="rId2"/>
          <a:srcRect/>
          <a:stretch>
            <a:fillRect/>
          </a:stretch>
        </p:blipFill>
        <p:spPr>
          <a:xfrm>
            <a:off x="0" y="0"/>
            <a:ext cx="9144000" cy="5143500"/>
          </a:xfrm>
        </p:spPr>
      </p:pic>
      <p:sp>
        <p:nvSpPr>
          <p:cNvPr id="17" name="Rectángulo: esquinas redondeadas 16">
            <a:extLst>
              <a:ext uri="{FF2B5EF4-FFF2-40B4-BE49-F238E27FC236}">
                <a16:creationId xmlns:a16="http://schemas.microsoft.com/office/drawing/2014/main" id="{87B27984-65F1-7D18-80E3-C486830AFB3C}"/>
              </a:ext>
            </a:extLst>
          </p:cNvPr>
          <p:cNvSpPr/>
          <p:nvPr/>
        </p:nvSpPr>
        <p:spPr>
          <a:xfrm>
            <a:off x="2396128" y="3610879"/>
            <a:ext cx="4351744" cy="1067913"/>
          </a:xfrm>
          <a:prstGeom prst="roundRect">
            <a:avLst>
              <a:gd name="adj" fmla="val 45417"/>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accent3"/>
                </a:solidFill>
                <a:latin typeface="Albert Sans" pitchFamily="2" charset="0"/>
              </a:rPr>
              <a:t>Gracias por escucharnos</a:t>
            </a:r>
            <a:endParaRPr lang="es-MX" sz="2400" dirty="0">
              <a:solidFill>
                <a:schemeClr val="accent3"/>
              </a:solidFill>
              <a:latin typeface="Albert Sans" pitchFamily="2" charset="0"/>
            </a:endParaRPr>
          </a:p>
        </p:txBody>
      </p:sp>
    </p:spTree>
    <p:extLst>
      <p:ext uri="{BB962C8B-B14F-4D97-AF65-F5344CB8AC3E}">
        <p14:creationId xmlns:p14="http://schemas.microsoft.com/office/powerpoint/2010/main" val="203557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inimal Vintage Style - Marketing Basic Template by Slidesgo">
  <a:themeElements>
    <a:clrScheme name="Simple Light">
      <a:dk1>
        <a:srgbClr val="2E2D2D"/>
      </a:dk1>
      <a:lt1>
        <a:srgbClr val="F8F4F4"/>
      </a:lt1>
      <a:dk2>
        <a:srgbClr val="595959"/>
      </a:dk2>
      <a:lt2>
        <a:srgbClr val="A39B99"/>
      </a:lt2>
      <a:accent1>
        <a:srgbClr val="CFCACA"/>
      </a:accent1>
      <a:accent2>
        <a:srgbClr val="FFFFFF"/>
      </a:accent2>
      <a:accent3>
        <a:srgbClr val="FFFFFF"/>
      </a:accent3>
      <a:accent4>
        <a:srgbClr val="FFFFFF"/>
      </a:accent4>
      <a:accent5>
        <a:srgbClr val="FFFFFF"/>
      </a:accent5>
      <a:accent6>
        <a:srgbClr val="FFFFFF"/>
      </a:accent6>
      <a:hlink>
        <a:srgbClr val="2E2D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1542</Words>
  <Application>Microsoft Office PowerPoint</Application>
  <PresentationFormat>Presentación en pantalla (16:9)</PresentationFormat>
  <Paragraphs>207</Paragraphs>
  <Slides>16</Slides>
  <Notes>15</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16</vt:i4>
      </vt:variant>
    </vt:vector>
  </HeadingPairs>
  <TitlesOfParts>
    <vt:vector size="26" baseType="lpstr">
      <vt:lpstr>Arial</vt:lpstr>
      <vt:lpstr>Calibri</vt:lpstr>
      <vt:lpstr>Ultra</vt:lpstr>
      <vt:lpstr>Nunito Light</vt:lpstr>
      <vt:lpstr>Bebas Neue</vt:lpstr>
      <vt:lpstr>Wingdings</vt:lpstr>
      <vt:lpstr>Albert Sans</vt:lpstr>
      <vt:lpstr>Albert Sans Light</vt:lpstr>
      <vt:lpstr>Times New Roman</vt:lpstr>
      <vt:lpstr>Minimal Vintage Style - Marketing Basic Template by Slidesgo</vt:lpstr>
      <vt:lpstr>Aplicación  web para la gestion de las solicitudes de la Dirección de Salud Radiológica.</vt:lpstr>
      <vt:lpstr>Contenido</vt:lpstr>
      <vt:lpstr>Alcance</vt:lpstr>
      <vt:lpstr>Entorno Tecnológico</vt:lpstr>
      <vt:lpstr>Entorno Tecnológico</vt:lpstr>
      <vt:lpstr>Estándares y Normas</vt:lpstr>
      <vt:lpstr>Presentación de PowerPoint</vt:lpstr>
      <vt:lpstr>Presentación de PowerPoint</vt:lpstr>
      <vt:lpstr>Definición de los usuarios y sus roles </vt:lpstr>
      <vt:lpstr>Requisitos</vt:lpstr>
      <vt:lpstr>Requisitos</vt:lpstr>
      <vt:lpstr>Validaciones</vt:lpstr>
      <vt:lpstr>Servicios</vt:lpstr>
      <vt:lpstr>Manuales de rol de usuario</vt:lpstr>
      <vt:lpstr>Lenguajes Utilizados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web para la gestion de las solicitudes de la Dirección de Salud Radiológica.</dc:title>
  <cp:lastModifiedBy>ANTONIO CASTILLO</cp:lastModifiedBy>
  <cp:revision>42</cp:revision>
  <dcterms:modified xsi:type="dcterms:W3CDTF">2023-06-26T02:20:53Z</dcterms:modified>
</cp:coreProperties>
</file>